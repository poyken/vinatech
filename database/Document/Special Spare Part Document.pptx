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13"/>
  </p:notesMasterIdLst>
  <p:sldIdLst>
    <p:sldId id="256" r:id="rId2"/>
    <p:sldId id="283" r:id="rId3"/>
    <p:sldId id="282" r:id="rId4"/>
    <p:sldId id="284" r:id="rId5"/>
    <p:sldId id="285" r:id="rId6"/>
    <p:sldId id="286" r:id="rId7"/>
    <p:sldId id="287" r:id="rId8"/>
    <p:sldId id="290" r:id="rId9"/>
    <p:sldId id="288" r:id="rId10"/>
    <p:sldId id="291" r:id="rId11"/>
    <p:sldId id="28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9E6"/>
    <a:srgbClr val="FF99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89" autoAdjust="0"/>
    <p:restoredTop sz="94660"/>
  </p:normalViewPr>
  <p:slideViewPr>
    <p:cSldViewPr snapToGrid="0">
      <p:cViewPr varScale="1">
        <p:scale>
          <a:sx n="71" d="100"/>
          <a:sy n="71" d="100"/>
        </p:scale>
        <p:origin x="523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65420-464B-43DC-AAFB-989FC49D2D9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6C847-AE22-46BF-9DC4-44830D1236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33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0" y="4701464"/>
            <a:ext cx="8952782" cy="1204036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952500"/>
            <a:ext cx="8952781" cy="3748824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64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314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618211"/>
            <a:ext cx="8412190" cy="3944389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908858"/>
            <a:ext cx="8412192" cy="676102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2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5401" y="2260121"/>
            <a:ext cx="4350026" cy="36568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6574" y="2260120"/>
            <a:ext cx="4350025" cy="36568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966788"/>
            <a:ext cx="10059988" cy="105178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018581"/>
            <a:ext cx="4350027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2774756"/>
            <a:ext cx="4350027" cy="3150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46572" y="2018581"/>
            <a:ext cx="4350028" cy="544003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46572" y="2774756"/>
            <a:ext cx="4350028" cy="315079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657975" y="2625552"/>
            <a:ext cx="42386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403684" y="2625552"/>
            <a:ext cx="42417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077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3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90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6484"/>
            <a:ext cx="3932237" cy="212251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2026"/>
            <a:ext cx="5143500" cy="4565651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41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84" y="1307185"/>
            <a:ext cx="3932237" cy="212181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57702" y="1307186"/>
            <a:ext cx="5038898" cy="45983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06484" y="3428999"/>
            <a:ext cx="3932237" cy="2133601"/>
          </a:xfr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753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6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8334" y="952499"/>
            <a:ext cx="2051165" cy="4953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52500" y="952499"/>
            <a:ext cx="8235834" cy="49530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DDF98-C922-483F-97E9-3E76B0201B42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B3671-A306-4A69-8480-FA9BE83924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71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842963"/>
            <a:ext cx="9601200" cy="13096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262188"/>
            <a:ext cx="9601200" cy="3643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5DBDDF98-C922-483F-97E9-3E76B0201B42}" type="datetimeFigureOut">
              <a:rPr lang="en-US" smtClean="0"/>
              <a:pPr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2810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1B8B3671-A306-4A69-8480-FA9BE8392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0" r:id="rId6"/>
    <p:sldLayoutId id="2147483766" r:id="rId7"/>
    <p:sldLayoutId id="2147483767" r:id="rId8"/>
    <p:sldLayoutId id="2147483768" r:id="rId9"/>
    <p:sldLayoutId id="2147483769" r:id="rId10"/>
    <p:sldLayoutId id="214748377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75488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7E26772-EAFC-10BB-4659-99BF2A8A1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AEFA6A-E623-CF1A-3DDF-C38D3A7E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3335" y="952194"/>
            <a:ext cx="4140682" cy="495844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E269A5-FF2D-F7BE-4BD5-86E842FEF9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1" y="1564640"/>
            <a:ext cx="3803350" cy="3023052"/>
          </a:xfrm>
        </p:spPr>
        <p:txBody>
          <a:bodyPr anchor="ctr">
            <a:normAutofit/>
          </a:bodyPr>
          <a:lstStyle/>
          <a:p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QUY </a:t>
            </a:r>
            <a:r>
              <a:rPr lang="en-US" dirty="0" err="1"/>
              <a:t>Trình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7A3248-AB51-3CD4-D600-621571EF0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1" y="4587692"/>
            <a:ext cx="3119010" cy="1013687"/>
          </a:xfrm>
        </p:spPr>
        <p:txBody>
          <a:bodyPr anchor="b">
            <a:normAutofit/>
          </a:bodyPr>
          <a:lstStyle/>
          <a:p>
            <a:r>
              <a:rPr lang="en-US" dirty="0"/>
              <a:t>Created by EA Vietnam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F20321-16A0-BC34-9658-EBA43B121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310" y="951418"/>
            <a:ext cx="5822282" cy="312663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335EF4A-C5DB-21B4-D51C-A6919B6DB1E4}"/>
              </a:ext>
            </a:extLst>
          </p:cNvPr>
          <p:cNvSpPr txBox="1">
            <a:spLocks/>
          </p:cNvSpPr>
          <p:nvPr/>
        </p:nvSpPr>
        <p:spPr>
          <a:xfrm>
            <a:off x="5283683" y="4500880"/>
            <a:ext cx="6310909" cy="187497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3200" kern="1200" cap="all" spc="5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spare part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biệt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59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2317A-1AA3-B0BA-3FF8-D6067A0EE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3682E-126D-5CE0-4124-4751C038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81177"/>
            <a:ext cx="11256264" cy="518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I. </a:t>
            </a:r>
            <a:r>
              <a:rPr lang="en-US" b="1" dirty="0">
                <a:solidFill>
                  <a:srgbClr val="C00000"/>
                </a:solidFill>
              </a:rPr>
              <a:t>h301</a:t>
            </a:r>
            <a:r>
              <a:rPr lang="en-US" b="1" dirty="0"/>
              <a:t> </a:t>
            </a:r>
            <a:r>
              <a:rPr lang="en-US" b="1" dirty="0" err="1"/>
              <a:t>cấu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loại</a:t>
            </a:r>
            <a:r>
              <a:rPr lang="en-US" b="1" dirty="0"/>
              <a:t> </a:t>
            </a:r>
            <a:r>
              <a:rPr lang="en-US" b="1" dirty="0" err="1"/>
              <a:t>sparepart</a:t>
            </a:r>
            <a:r>
              <a:rPr lang="en-US" b="1" dirty="0"/>
              <a:t> </a:t>
            </a:r>
            <a:r>
              <a:rPr lang="en-US" b="1" dirty="0" err="1"/>
              <a:t>đặc</a:t>
            </a:r>
            <a:r>
              <a:rPr lang="en-US" b="1" dirty="0"/>
              <a:t> </a:t>
            </a:r>
            <a:r>
              <a:rPr lang="en-US" b="1" dirty="0" err="1"/>
              <a:t>biệt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A74AB1-0E5E-2213-15D4-F34B4A7F10D3}"/>
              </a:ext>
            </a:extLst>
          </p:cNvPr>
          <p:cNvSpPr txBox="1"/>
          <p:nvPr/>
        </p:nvSpPr>
        <p:spPr>
          <a:xfrm>
            <a:off x="603504" y="779511"/>
            <a:ext cx="10597896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Spare part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B2FF8-F9CD-7ED7-1539-2F893BF4B95A}"/>
              </a:ext>
            </a:extLst>
          </p:cNvPr>
          <p:cNvSpPr txBox="1"/>
          <p:nvPr/>
        </p:nvSpPr>
        <p:spPr>
          <a:xfrm>
            <a:off x="603504" y="1465311"/>
            <a:ext cx="5016246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Qty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LotQty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CycleReplace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Spare part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LifeLotQty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E9865B-54E4-26E5-9E35-1D8449AEE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0" y="1446460"/>
            <a:ext cx="6495346" cy="5273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000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96624-A161-6B68-9CE1-BB66A10B5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8A1F-5118-5883-FA47-C2C225766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5" y="81177"/>
            <a:ext cx="11431143" cy="5182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II. </a:t>
            </a:r>
            <a:r>
              <a:rPr lang="en-US" b="1" dirty="0">
                <a:solidFill>
                  <a:srgbClr val="C00000"/>
                </a:solidFill>
              </a:rPr>
              <a:t>h302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tin </a:t>
            </a:r>
            <a:r>
              <a:rPr lang="en-US" b="1" dirty="0" err="1"/>
              <a:t>tồn</a:t>
            </a:r>
            <a:r>
              <a:rPr lang="en-US" b="1" dirty="0"/>
              <a:t> </a:t>
            </a:r>
            <a:r>
              <a:rPr lang="en-US" b="1" dirty="0" err="1"/>
              <a:t>kho</a:t>
            </a:r>
            <a:r>
              <a:rPr lang="en-US" b="1" dirty="0"/>
              <a:t>, </a:t>
            </a:r>
            <a:r>
              <a:rPr lang="en-US" b="1" dirty="0" err="1"/>
              <a:t>nhập</a:t>
            </a:r>
            <a:r>
              <a:rPr lang="en-US" b="1" dirty="0"/>
              <a:t> </a:t>
            </a:r>
            <a:r>
              <a:rPr lang="en-US" b="1" dirty="0" err="1"/>
              <a:t>kho</a:t>
            </a:r>
            <a:r>
              <a:rPr lang="en-US" b="1" dirty="0"/>
              <a:t>, </a:t>
            </a:r>
            <a:r>
              <a:rPr lang="en-US" b="1" dirty="0" err="1"/>
              <a:t>xuất</a:t>
            </a:r>
            <a:r>
              <a:rPr lang="en-US" b="1" dirty="0"/>
              <a:t> </a:t>
            </a:r>
            <a:r>
              <a:rPr lang="en-US" b="1" dirty="0" err="1"/>
              <a:t>kho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3CF64E-7823-794E-B00E-0D1BE4F29160}"/>
              </a:ext>
            </a:extLst>
          </p:cNvPr>
          <p:cNvSpPr txBox="1"/>
          <p:nvPr/>
        </p:nvSpPr>
        <p:spPr>
          <a:xfrm>
            <a:off x="603504" y="779511"/>
            <a:ext cx="10597896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0435EA-BD3D-D24F-134C-69CD6F5A050B}"/>
              </a:ext>
            </a:extLst>
          </p:cNvPr>
          <p:cNvSpPr txBox="1"/>
          <p:nvPr/>
        </p:nvSpPr>
        <p:spPr>
          <a:xfrm>
            <a:off x="603504" y="1724431"/>
            <a:ext cx="5016246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Spare part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58AA7BA-93E2-2DD4-0093-F4A9EF0D5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528" y="1653014"/>
            <a:ext cx="7438095" cy="51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10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AADDB-6562-39A2-9662-9993A8340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9021A3-12F8-0860-B4EC-EF1CD329D42A}"/>
              </a:ext>
            </a:extLst>
          </p:cNvPr>
          <p:cNvSpPr txBox="1"/>
          <p:nvPr/>
        </p:nvSpPr>
        <p:spPr>
          <a:xfrm>
            <a:off x="603504" y="1019581"/>
            <a:ext cx="5016246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1C4501-D106-122F-E93B-BD8F4C278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210" y="1664116"/>
            <a:ext cx="6914286" cy="414285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DB6DB3F2-1A79-FAC1-6CF3-3E58689FC69E}"/>
              </a:ext>
            </a:extLst>
          </p:cNvPr>
          <p:cNvSpPr txBox="1">
            <a:spLocks/>
          </p:cNvSpPr>
          <p:nvPr/>
        </p:nvSpPr>
        <p:spPr>
          <a:xfrm>
            <a:off x="428625" y="81177"/>
            <a:ext cx="11431143" cy="51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kern="1200" cap="all" spc="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II. </a:t>
            </a:r>
            <a:r>
              <a:rPr lang="en-US" b="1">
                <a:solidFill>
                  <a:srgbClr val="C00000"/>
                </a:solidFill>
              </a:rPr>
              <a:t>h302</a:t>
            </a:r>
            <a:r>
              <a:rPr lang="en-US" b="1"/>
              <a:t> thông tin tồn kho, nhập kho, xuất kho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5551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FAFB6-0CF5-5FEA-42EE-95F922B9E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F0B4BD-78B6-099E-2E08-9C9DB231A205}"/>
              </a:ext>
            </a:extLst>
          </p:cNvPr>
          <p:cNvSpPr txBox="1"/>
          <p:nvPr/>
        </p:nvSpPr>
        <p:spPr>
          <a:xfrm>
            <a:off x="603504" y="962431"/>
            <a:ext cx="5016246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314A3B-5B98-8108-BECF-190952AE6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686" y="962431"/>
            <a:ext cx="8571428" cy="499047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6E6B74B-98F9-9278-1721-CD857B4080A0}"/>
              </a:ext>
            </a:extLst>
          </p:cNvPr>
          <p:cNvSpPr txBox="1">
            <a:spLocks/>
          </p:cNvSpPr>
          <p:nvPr/>
        </p:nvSpPr>
        <p:spPr>
          <a:xfrm>
            <a:off x="428625" y="81177"/>
            <a:ext cx="11431143" cy="51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kern="1200" cap="all" spc="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II. </a:t>
            </a:r>
            <a:r>
              <a:rPr lang="en-US" b="1">
                <a:solidFill>
                  <a:srgbClr val="C00000"/>
                </a:solidFill>
              </a:rPr>
              <a:t>h302</a:t>
            </a:r>
            <a:r>
              <a:rPr lang="en-US" b="1"/>
              <a:t> thông tin tồn kho, nhập kho, xuất kho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030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41A2F-36E8-37CD-357C-7EC03A9C2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49CBBC-505C-5783-6C3E-BCB62B4113C6}"/>
              </a:ext>
            </a:extLst>
          </p:cNvPr>
          <p:cNvSpPr txBox="1"/>
          <p:nvPr/>
        </p:nvSpPr>
        <p:spPr>
          <a:xfrm>
            <a:off x="428625" y="599440"/>
            <a:ext cx="5016246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AA73844-3DBB-3747-42A0-ED515AE50B01}"/>
              </a:ext>
            </a:extLst>
          </p:cNvPr>
          <p:cNvSpPr txBox="1">
            <a:spLocks/>
          </p:cNvSpPr>
          <p:nvPr/>
        </p:nvSpPr>
        <p:spPr>
          <a:xfrm>
            <a:off x="428625" y="81177"/>
            <a:ext cx="11431143" cy="51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kern="1200" cap="all" spc="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II. </a:t>
            </a:r>
            <a:r>
              <a:rPr lang="en-US" b="1">
                <a:solidFill>
                  <a:srgbClr val="C00000"/>
                </a:solidFill>
              </a:rPr>
              <a:t>h302</a:t>
            </a:r>
            <a:r>
              <a:rPr lang="en-US" b="1"/>
              <a:t> thông tin tồn kho, nhập kho, xuất kho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74E3F3-0288-038D-9039-9DC1CC421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857499"/>
            <a:ext cx="6096000" cy="39193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7121D8-ABD5-5F09-F25E-CFDF98786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2857499"/>
            <a:ext cx="6096000" cy="40005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3FBB8CB-B72E-BFE1-0C33-63194E9773AF}"/>
              </a:ext>
            </a:extLst>
          </p:cNvPr>
          <p:cNvSpPr txBox="1"/>
          <p:nvPr/>
        </p:nvSpPr>
        <p:spPr>
          <a:xfrm>
            <a:off x="523874" y="1298677"/>
            <a:ext cx="8601075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Click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Điền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OK</a:t>
            </a:r>
          </a:p>
        </p:txBody>
      </p:sp>
    </p:spTree>
    <p:extLst>
      <p:ext uri="{BB962C8B-B14F-4D97-AF65-F5344CB8AC3E}">
        <p14:creationId xmlns:p14="http://schemas.microsoft.com/office/powerpoint/2010/main" val="1478656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1B0BD-5FFE-224C-0AC3-68929A0B5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81FAA-7ED9-FD9F-755F-1BFF7B859CC7}"/>
              </a:ext>
            </a:extLst>
          </p:cNvPr>
          <p:cNvSpPr txBox="1"/>
          <p:nvPr/>
        </p:nvSpPr>
        <p:spPr>
          <a:xfrm>
            <a:off x="428625" y="599440"/>
            <a:ext cx="5016246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751AF8-43ED-2D42-0C66-9D0D05AC69B0}"/>
              </a:ext>
            </a:extLst>
          </p:cNvPr>
          <p:cNvSpPr txBox="1">
            <a:spLocks/>
          </p:cNvSpPr>
          <p:nvPr/>
        </p:nvSpPr>
        <p:spPr>
          <a:xfrm>
            <a:off x="428625" y="81177"/>
            <a:ext cx="11431143" cy="51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kern="1200" cap="all" spc="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II. </a:t>
            </a:r>
            <a:r>
              <a:rPr lang="en-US" b="1" dirty="0">
                <a:solidFill>
                  <a:srgbClr val="C00000"/>
                </a:solidFill>
              </a:rPr>
              <a:t>h302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tin </a:t>
            </a:r>
            <a:r>
              <a:rPr lang="en-US" b="1" dirty="0" err="1"/>
              <a:t>tồn</a:t>
            </a:r>
            <a:r>
              <a:rPr lang="en-US" b="1" dirty="0"/>
              <a:t> </a:t>
            </a:r>
            <a:r>
              <a:rPr lang="en-US" b="1" dirty="0" err="1"/>
              <a:t>kho</a:t>
            </a:r>
            <a:r>
              <a:rPr lang="en-US" b="1" dirty="0"/>
              <a:t>, </a:t>
            </a:r>
            <a:r>
              <a:rPr lang="en-US" b="1" dirty="0" err="1"/>
              <a:t>nhập</a:t>
            </a:r>
            <a:r>
              <a:rPr lang="en-US" b="1" dirty="0"/>
              <a:t> </a:t>
            </a:r>
            <a:r>
              <a:rPr lang="en-US" b="1" dirty="0" err="1"/>
              <a:t>kho</a:t>
            </a:r>
            <a:r>
              <a:rPr lang="en-US" b="1" dirty="0"/>
              <a:t>, </a:t>
            </a:r>
            <a:r>
              <a:rPr lang="en-US" b="1" dirty="0" err="1"/>
              <a:t>xuất</a:t>
            </a:r>
            <a:r>
              <a:rPr lang="en-US" b="1" dirty="0"/>
              <a:t> </a:t>
            </a:r>
            <a:r>
              <a:rPr lang="en-US" b="1" dirty="0" err="1"/>
              <a:t>kho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F17839-393B-8F2E-1F0D-C19BC780E49B}"/>
              </a:ext>
            </a:extLst>
          </p:cNvPr>
          <p:cNvSpPr txBox="1"/>
          <p:nvPr/>
        </p:nvSpPr>
        <p:spPr>
          <a:xfrm>
            <a:off x="523874" y="1298677"/>
            <a:ext cx="8601075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Click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Điền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ấn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75AB45-5485-E761-EEE2-8C6FBD167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714" y="2419536"/>
            <a:ext cx="9628571" cy="435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09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984EC-A4D7-B5A6-E0FE-44B30A22F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750CD7-A411-070C-FAC6-4B147DAA8054}"/>
              </a:ext>
            </a:extLst>
          </p:cNvPr>
          <p:cNvSpPr txBox="1"/>
          <p:nvPr/>
        </p:nvSpPr>
        <p:spPr>
          <a:xfrm>
            <a:off x="428625" y="599440"/>
            <a:ext cx="5016246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63F96F6-168E-AF35-11DD-34F50058155F}"/>
              </a:ext>
            </a:extLst>
          </p:cNvPr>
          <p:cNvSpPr txBox="1">
            <a:spLocks/>
          </p:cNvSpPr>
          <p:nvPr/>
        </p:nvSpPr>
        <p:spPr>
          <a:xfrm>
            <a:off x="428625" y="81177"/>
            <a:ext cx="11431143" cy="51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kern="1200" cap="all" spc="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II. </a:t>
            </a:r>
            <a:r>
              <a:rPr lang="en-US" b="1" dirty="0">
                <a:solidFill>
                  <a:srgbClr val="C00000"/>
                </a:solidFill>
              </a:rPr>
              <a:t>h302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tin </a:t>
            </a:r>
            <a:r>
              <a:rPr lang="en-US" b="1" dirty="0" err="1"/>
              <a:t>tồn</a:t>
            </a:r>
            <a:r>
              <a:rPr lang="en-US" b="1" dirty="0"/>
              <a:t> </a:t>
            </a:r>
            <a:r>
              <a:rPr lang="en-US" b="1" dirty="0" err="1"/>
              <a:t>kho</a:t>
            </a:r>
            <a:r>
              <a:rPr lang="en-US" b="1" dirty="0"/>
              <a:t>, </a:t>
            </a:r>
            <a:r>
              <a:rPr lang="en-US" b="1" dirty="0" err="1"/>
              <a:t>nhập</a:t>
            </a:r>
            <a:r>
              <a:rPr lang="en-US" b="1" dirty="0"/>
              <a:t> </a:t>
            </a:r>
            <a:r>
              <a:rPr lang="en-US" b="1" dirty="0" err="1"/>
              <a:t>kho</a:t>
            </a:r>
            <a:r>
              <a:rPr lang="en-US" b="1" dirty="0"/>
              <a:t>, </a:t>
            </a:r>
            <a:r>
              <a:rPr lang="en-US" b="1" dirty="0" err="1"/>
              <a:t>xuất</a:t>
            </a:r>
            <a:r>
              <a:rPr lang="en-US" b="1" dirty="0"/>
              <a:t> </a:t>
            </a:r>
            <a:r>
              <a:rPr lang="en-US" b="1" dirty="0" err="1"/>
              <a:t>kho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E7CC02-61CB-F560-8353-81EBEF990EE7}"/>
              </a:ext>
            </a:extLst>
          </p:cNvPr>
          <p:cNvSpPr txBox="1"/>
          <p:nvPr/>
        </p:nvSpPr>
        <p:spPr>
          <a:xfrm>
            <a:off x="428625" y="1057514"/>
            <a:ext cx="10339780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Click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4719D546-8D72-2B54-8617-8CFEA6FA87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69" y="2022439"/>
            <a:ext cx="10339780" cy="455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162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D7B3B-7AFC-E4C3-B47D-E787467FF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F93C02-BAAF-6E95-CF83-E0E37F7142D9}"/>
              </a:ext>
            </a:extLst>
          </p:cNvPr>
          <p:cNvSpPr txBox="1"/>
          <p:nvPr/>
        </p:nvSpPr>
        <p:spPr>
          <a:xfrm>
            <a:off x="428625" y="599440"/>
            <a:ext cx="10820400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Spare part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Barcode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spare part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BD41A3C-8292-54AD-A3DA-1F512B612C97}"/>
              </a:ext>
            </a:extLst>
          </p:cNvPr>
          <p:cNvSpPr txBox="1">
            <a:spLocks/>
          </p:cNvSpPr>
          <p:nvPr/>
        </p:nvSpPr>
        <p:spPr>
          <a:xfrm>
            <a:off x="428625" y="81177"/>
            <a:ext cx="11431143" cy="51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kern="1200" cap="all" spc="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III. </a:t>
            </a:r>
            <a:r>
              <a:rPr lang="en-US" b="1" dirty="0">
                <a:solidFill>
                  <a:srgbClr val="C00000"/>
                </a:solidFill>
              </a:rPr>
              <a:t>h303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tin CáC Lot </a:t>
            </a:r>
            <a:r>
              <a:rPr lang="en-US" b="1" dirty="0" err="1"/>
              <a:t>SparePart</a:t>
            </a:r>
            <a:r>
              <a:rPr lang="en-US" b="1" dirty="0"/>
              <a:t> </a:t>
            </a:r>
            <a:r>
              <a:rPr lang="en-US" b="1" dirty="0" err="1"/>
              <a:t>đã</a:t>
            </a:r>
            <a:r>
              <a:rPr lang="en-US" b="1" dirty="0"/>
              <a:t> </a:t>
            </a:r>
            <a:r>
              <a:rPr lang="en-US" b="1" dirty="0" err="1"/>
              <a:t>xuất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FA1E85-F540-1992-4A15-4B0594EAECB2}"/>
              </a:ext>
            </a:extLst>
          </p:cNvPr>
          <p:cNvSpPr txBox="1"/>
          <p:nvPr/>
        </p:nvSpPr>
        <p:spPr>
          <a:xfrm>
            <a:off x="523874" y="1298677"/>
            <a:ext cx="8601075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Ở ô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SparePartLotID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SparePart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Barcode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Thông tin barcode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barcode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Spare part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C18744-5324-1FF0-0132-A0F418DCB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6" y="2725869"/>
            <a:ext cx="12000929" cy="391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057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63FCC-5827-B5FC-66B0-527764596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BFF861-770C-46B2-AB5C-F51F518D0075}"/>
              </a:ext>
            </a:extLst>
          </p:cNvPr>
          <p:cNvSpPr txBox="1"/>
          <p:nvPr/>
        </p:nvSpPr>
        <p:spPr>
          <a:xfrm>
            <a:off x="428625" y="610198"/>
            <a:ext cx="10820400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Spare part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Spare part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Spare part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vượt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7EE82AB-5CF4-55EE-796C-95DFDB671260}"/>
              </a:ext>
            </a:extLst>
          </p:cNvPr>
          <p:cNvSpPr txBox="1">
            <a:spLocks/>
          </p:cNvSpPr>
          <p:nvPr/>
        </p:nvSpPr>
        <p:spPr>
          <a:xfrm>
            <a:off x="428625" y="81177"/>
            <a:ext cx="11431143" cy="6503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kern="1200" cap="all" spc="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IV. </a:t>
            </a:r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h305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CÁC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SparePart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ĐANG SỬ DỤNG TRÊN LINE VÀ ĐÃ BỊ THAY THẾ</a:t>
            </a:r>
            <a:endParaRPr 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E10158-054F-ED56-9C76-DF447EA7B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741633"/>
            <a:ext cx="6423102" cy="4506169"/>
          </a:xfrm>
          <a:prstGeom prst="rect">
            <a:avLst/>
          </a:prstGeom>
        </p:spPr>
      </p:pic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4DD716D1-9484-3B93-53F4-5FD822636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101" y="1741632"/>
            <a:ext cx="5768897" cy="450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44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220+ Thanks For Watching Stock Illustrations, Royalty-Free Vector Graphics  &amp; Clip Art - iStock | Thank you">
            <a:extLst>
              <a:ext uri="{FF2B5EF4-FFF2-40B4-BE49-F238E27FC236}">
                <a16:creationId xmlns:a16="http://schemas.microsoft.com/office/drawing/2014/main" id="{09E9E6D5-6C96-7D5C-5037-A62AD61E9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0" y="335367"/>
            <a:ext cx="8724900" cy="6187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174663"/>
      </p:ext>
    </p:extLst>
  </p:cSld>
  <p:clrMapOvr>
    <a:masterClrMapping/>
  </p:clrMapOvr>
</p:sld>
</file>

<file path=ppt/theme/theme1.xml><?xml version="1.0" encoding="utf-8"?>
<a:theme xmlns:a="http://schemas.openxmlformats.org/drawingml/2006/main" name="PoiseVTI">
  <a:themeElements>
    <a:clrScheme name="Poise">
      <a:dk1>
        <a:sysClr val="windowText" lastClr="000000"/>
      </a:dk1>
      <a:lt1>
        <a:sysClr val="window" lastClr="FFFFFF"/>
      </a:lt1>
      <a:dk2>
        <a:srgbClr val="403739"/>
      </a:dk2>
      <a:lt2>
        <a:srgbClr val="F4E9E6"/>
      </a:lt2>
      <a:accent1>
        <a:srgbClr val="B18083"/>
      </a:accent1>
      <a:accent2>
        <a:srgbClr val="C17A69"/>
      </a:accent2>
      <a:accent3>
        <a:srgbClr val="CE9573"/>
      </a:accent3>
      <a:accent4>
        <a:srgbClr val="82907A"/>
      </a:accent4>
      <a:accent5>
        <a:srgbClr val="9A9966"/>
      </a:accent5>
      <a:accent6>
        <a:srgbClr val="AB9955"/>
      </a:accent6>
      <a:hlink>
        <a:srgbClr val="A97979"/>
      </a:hlink>
      <a:folHlink>
        <a:srgbClr val="BB7563"/>
      </a:folHlink>
    </a:clrScheme>
    <a:fontScheme name="Goudy Univers">
      <a:majorFont>
        <a:latin typeface="Goudy Old Style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iseVTI" id="{9843863B-6720-4231-BFE7-E604B355382A}" vid="{6C5B2780-C73E-445D-98DA-9D2BCD7897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2326</TotalTime>
  <Words>454</Words>
  <Application>Microsoft Office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Goudy Old Style</vt:lpstr>
      <vt:lpstr>Times New Roman</vt:lpstr>
      <vt:lpstr>Univers Light</vt:lpstr>
      <vt:lpstr>PoiseVTI</vt:lpstr>
      <vt:lpstr>Hướng dẫn QUY Trình</vt:lpstr>
      <vt:lpstr>I. h301 cấu hình các loại sparepart đặc biệt</vt:lpstr>
      <vt:lpstr>II. h302 thông tin tồn kho, nhập kho, xuất kho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Tech13 Vina</dc:creator>
  <cp:lastModifiedBy>Vina Tech08</cp:lastModifiedBy>
  <cp:revision>28</cp:revision>
  <dcterms:created xsi:type="dcterms:W3CDTF">2024-11-11T07:28:55Z</dcterms:created>
  <dcterms:modified xsi:type="dcterms:W3CDTF">2025-06-18T04:16:25Z</dcterms:modified>
</cp:coreProperties>
</file>