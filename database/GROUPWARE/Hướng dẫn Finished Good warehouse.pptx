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74" r:id="rId4"/>
    <p:sldId id="269" r:id="rId5"/>
    <p:sldId id="275" r:id="rId6"/>
    <p:sldId id="258" r:id="rId7"/>
    <p:sldId id="272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2025-03-04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439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2025-03-04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09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2025-03-04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320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2025-03-04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80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2025-03-04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38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2025-03-04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47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2025-03-04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80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2025-03-04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92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2025-03-04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7367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2025-03-04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15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2025-03-04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7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2025-03-04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1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b="1" i="1" kern="1200" cap="none" spc="-7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 3" descr="Background pattern, arrow&#10;&#10;Description automatically generated with medium confidence">
            <a:extLst>
              <a:ext uri="{FF2B5EF4-FFF2-40B4-BE49-F238E27FC236}">
                <a16:creationId xmlns:a16="http://schemas.microsoft.com/office/drawing/2014/main" id="{0DD25A64-4F51-638C-97E4-0FF53C7ED3C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84" r="1" b="1"/>
          <a:stretch/>
        </p:blipFill>
        <p:spPr>
          <a:xfrm>
            <a:off x="-1" y="10"/>
            <a:ext cx="12192000" cy="685798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30074"/>
            <a:ext cx="12192000" cy="2327925"/>
          </a:xfrm>
          <a:prstGeom prst="rect">
            <a:avLst/>
          </a:prstGeom>
          <a:solidFill>
            <a:schemeClr val="bg1">
              <a:alpha val="30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121716-8B64-478F-ABDB-17030AD1B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" y="4530071"/>
            <a:ext cx="12191999" cy="2327926"/>
          </a:xfrm>
          <a:prstGeom prst="rect">
            <a:avLst/>
          </a:prstGeom>
          <a:solidFill>
            <a:srgbClr val="33BA34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116" y="4692768"/>
            <a:ext cx="11859768" cy="2002536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DDF167-DBD7-4C3A-9FC3-59FBDFCE8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723" y="4814744"/>
            <a:ext cx="11439414" cy="897439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chemeClr val="tx1"/>
                </a:solidFill>
              </a:rPr>
              <a:t>Hướng dẫn sử dụng chức năng tạo xuất hàng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8A4C9-03F0-4958-8DA7-FF5094EF5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275" y="6016944"/>
            <a:ext cx="10656310" cy="42596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EA Team </a:t>
            </a:r>
            <a:r>
              <a:rPr lang="en-US" dirty="0" err="1">
                <a:solidFill>
                  <a:schemeClr val="tx1"/>
                </a:solidFill>
              </a:rPr>
              <a:t>Việt</a:t>
            </a:r>
            <a:r>
              <a:rPr lang="en-US" dirty="0">
                <a:solidFill>
                  <a:schemeClr val="tx1"/>
                </a:solidFill>
              </a:rPr>
              <a:t> Nam</a:t>
            </a:r>
          </a:p>
        </p:txBody>
      </p:sp>
    </p:spTree>
    <p:extLst>
      <p:ext uri="{BB962C8B-B14F-4D97-AF65-F5344CB8AC3E}">
        <p14:creationId xmlns:p14="http://schemas.microsoft.com/office/powerpoint/2010/main" val="3179193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9709" y="253548"/>
            <a:ext cx="5612193" cy="6361598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7542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6DE4-2310-439F-895A-6C973CFE6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6137" y="804073"/>
            <a:ext cx="4602152" cy="1345449"/>
          </a:xfrm>
        </p:spPr>
        <p:txBody>
          <a:bodyPr>
            <a:normAutofit/>
          </a:bodyPr>
          <a:lstStyle/>
          <a:p>
            <a:r>
              <a:rPr lang="en-US" sz="3700"/>
              <a:t>Đăng nhập hệ thống</a:t>
            </a:r>
            <a:endParaRPr lang="en-US" sz="3700" dirty="0"/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D41F7103-67B3-4191-BB4A-9FF0DFE9D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6137" y="2303563"/>
            <a:ext cx="4602152" cy="3715424"/>
          </a:xfrm>
        </p:spPr>
        <p:txBody>
          <a:bodyPr>
            <a:normAutofit/>
          </a:bodyPr>
          <a:lstStyle/>
          <a:p>
            <a:r>
              <a:rPr lang="en-US"/>
              <a:t>1. Đăng nhập hệ thống với các thông tin tài khoản của bạn, như hình bên.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997DDB-1C6D-420E-113C-15505AEFF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90" y="499614"/>
            <a:ext cx="5400675" cy="58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725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88D88-F08F-3A10-BA4E-93F1C6B91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27C15-A046-94B1-134F-1A01DD406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>
            <a:normAutofit/>
          </a:bodyPr>
          <a:lstStyle/>
          <a:p>
            <a:r>
              <a:rPr lang="en-US" sz="4400"/>
              <a:t>Xuất ra kho tạm.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FAF7B-AF7E-7F04-9099-659FCBDA6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450" y="2538919"/>
            <a:ext cx="4957554" cy="3496120"/>
          </a:xfrm>
        </p:spPr>
        <p:txBody>
          <a:bodyPr>
            <a:normAutofit/>
          </a:bodyPr>
          <a:lstStyle/>
          <a:p>
            <a:r>
              <a:rPr lang="en-US"/>
              <a:t>1. Bạn cho và menu “Xuất ra kho tạm”</a:t>
            </a:r>
          </a:p>
          <a:p>
            <a:r>
              <a:rPr lang="en-US"/>
              <a:t>2. Bạn scan Packing ID của box</a:t>
            </a:r>
          </a:p>
          <a:p>
            <a:r>
              <a:rPr lang="en-US"/>
              <a:t>3. Sau khi đã scan xong, bạn nhập tên khách hàng vào.</a:t>
            </a:r>
          </a:p>
          <a:p>
            <a:r>
              <a:rPr lang="en-US"/>
              <a:t>4. Kiểm tra lại lần cuối rồi nhấn lưu “Lưu dữ liệu”.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3D977-6ACA-D638-C54B-F7A1AE493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67" y="403122"/>
            <a:ext cx="6050255" cy="604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808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1F13E-FB38-FE99-4042-33B45D945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>
            <a:normAutofit/>
          </a:bodyPr>
          <a:lstStyle/>
          <a:p>
            <a:r>
              <a:rPr lang="en-US"/>
              <a:t>In tem dán lên pallet.</a:t>
            </a:r>
            <a:endParaRPr lang="en-US" dirty="0"/>
          </a:p>
        </p:txBody>
      </p:sp>
      <p:sp>
        <p:nvSpPr>
          <p:cNvPr id="32" name="Rectangle 11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Rectangle 13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" name="Content Placeholder 8">
            <a:extLst>
              <a:ext uri="{FF2B5EF4-FFF2-40B4-BE49-F238E27FC236}">
                <a16:creationId xmlns:a16="http://schemas.microsoft.com/office/drawing/2014/main" id="{0825DAB4-0A8A-40F6-1DCD-2F323D126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450" y="2373547"/>
            <a:ext cx="4957554" cy="3496120"/>
          </a:xfrm>
        </p:spPr>
        <p:txBody>
          <a:bodyPr>
            <a:normAutofit/>
          </a:bodyPr>
          <a:lstStyle/>
          <a:p>
            <a:r>
              <a:rPr lang="en-US"/>
              <a:t>Sau khi bạn xuất ra kho tạm từ FG01 , bạn sẽ tiếp tục vào màn hinh B750 in tem và dán lên pallet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FFA8A5-FE17-EE4D-07C7-1E213DD12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216" y="727627"/>
            <a:ext cx="5054518" cy="534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149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926E9-E357-5F39-F7A0-FC88D7C6C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459B0-EA19-A175-E674-BC4FC6ED1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>
            <a:normAutofit/>
          </a:bodyPr>
          <a:lstStyle/>
          <a:p>
            <a:r>
              <a:rPr lang="en-US" sz="4400"/>
              <a:t>Dán lên Pallet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3ED4C-FF15-5B59-4420-0077670A1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450" y="2538919"/>
            <a:ext cx="4957554" cy="3496120"/>
          </a:xfrm>
        </p:spPr>
        <p:txBody>
          <a:bodyPr>
            <a:normAutofit/>
          </a:bodyPr>
          <a:lstStyle/>
          <a:p>
            <a:r>
              <a:rPr lang="en-US"/>
              <a:t>Hình ảnh bên cạnh là đã dán tem lên pallet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5F118A-C253-5758-3F7D-A5D6015C0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7" y="476864"/>
            <a:ext cx="6136593" cy="592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041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9">
            <a:extLst>
              <a:ext uri="{FF2B5EF4-FFF2-40B4-BE49-F238E27FC236}">
                <a16:creationId xmlns:a16="http://schemas.microsoft.com/office/drawing/2014/main" id="{282E2A95-1A08-4118-83C6-B1CA5648E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68DC0EC7-60EA-4BD3-BC04-D547DE1B2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0122" y="413053"/>
            <a:ext cx="8212114" cy="6064596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FC7E-85EE-4AC9-A351-FBEB13A1D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2511BB-FC4C-45F3-94EB-661D6806C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56699" y="413053"/>
            <a:ext cx="2616201" cy="60645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A97E2-9502-487B-86C7-37C69151E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1801" y="612843"/>
            <a:ext cx="2312480" cy="1499738"/>
          </a:xfrm>
        </p:spPr>
        <p:txBody>
          <a:bodyPr anchor="b">
            <a:normAutofit/>
          </a:bodyPr>
          <a:lstStyle/>
          <a:p>
            <a:r>
              <a:rPr lang="en-US" sz="2800"/>
              <a:t>Xuất lên xe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91F4A-7CD3-48F7-B8A7-959531787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1801" y="2149813"/>
            <a:ext cx="2312479" cy="385419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>
                <a:solidFill>
                  <a:schemeClr val="tx1">
                    <a:lumMod val="85000"/>
                    <a:lumOff val="15000"/>
                  </a:schemeClr>
                </a:solidFill>
              </a:rPr>
              <a:t>Sau khi xong bạn có thể sử dụng menu “Xuất lên công te lơ”,  bạn chỉ cần scan là xong.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A6A81-E131-6B02-7C80-417E734B8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18" y="504688"/>
            <a:ext cx="8064517" cy="594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030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6C450-9A12-63E2-A5BB-73709C48C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>
            <a:normAutofit/>
          </a:bodyPr>
          <a:lstStyle/>
          <a:p>
            <a:r>
              <a:rPr lang="en-US" sz="4400"/>
              <a:t>Kiểm tra chi tiết.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1A9D1-237E-6E27-310F-EA76F2B91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450" y="2538919"/>
            <a:ext cx="4957554" cy="3496120"/>
          </a:xfrm>
        </p:spPr>
        <p:txBody>
          <a:bodyPr>
            <a:normAutofit/>
          </a:bodyPr>
          <a:lstStyle/>
          <a:p>
            <a:r>
              <a:rPr lang="en-US"/>
              <a:t>Bạn sử dụng màn hình B752 để kiểm lại chi tiết các pallet, như hình bên trai.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DB7B01-8525-B16A-B166-3F8BD5477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998" y="744749"/>
            <a:ext cx="5289002" cy="522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464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A82C4D5-F48D-7707-F1E6-7BE4AA31F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46" y="642594"/>
            <a:ext cx="10972800" cy="5470530"/>
          </a:xfrm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Thank You For Listening Handwritten Lettering. Template for Banner, Flier, Poster, Print, Sticker or Web Product. Vector Illustration, Objects Isolated on White Background.">
            <a:extLst>
              <a:ext uri="{FF2B5EF4-FFF2-40B4-BE49-F238E27FC236}">
                <a16:creationId xmlns:a16="http://schemas.microsoft.com/office/drawing/2014/main" id="{FA15E2DE-5E9A-7305-FB73-4502B79FD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546" y="642594"/>
            <a:ext cx="10972800" cy="5470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8428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AnalogousFromLightSeedRightStep">
      <a:dk1>
        <a:srgbClr val="000000"/>
      </a:dk1>
      <a:lt1>
        <a:srgbClr val="FFFFFF"/>
      </a:lt1>
      <a:dk2>
        <a:srgbClr val="242E41"/>
      </a:dk2>
      <a:lt2>
        <a:srgbClr val="E8E2E8"/>
      </a:lt2>
      <a:accent1>
        <a:srgbClr val="33BA34"/>
      </a:accent1>
      <a:accent2>
        <a:srgbClr val="38B66D"/>
      </a:accent2>
      <a:accent3>
        <a:srgbClr val="3EB3A0"/>
      </a:accent3>
      <a:accent4>
        <a:srgbClr val="29ACDA"/>
      </a:accent4>
      <a:accent5>
        <a:srgbClr val="7199EC"/>
      </a:accent5>
      <a:accent6>
        <a:srgbClr val="5F51E7"/>
      </a:accent6>
      <a:hlink>
        <a:srgbClr val="AE69AE"/>
      </a:hlink>
      <a:folHlink>
        <a:srgbClr val="7F7F7F"/>
      </a:folHlink>
    </a:clrScheme>
    <a:fontScheme name="Savon">
      <a:majorFont>
        <a:latin typeface="Goudy Old Style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oudy Old Style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4776</TotalTime>
  <Words>185</Words>
  <Application>Microsoft Office PowerPoint</Application>
  <PresentationFormat>Widescreen</PresentationFormat>
  <Paragraphs>17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Garamond</vt:lpstr>
      <vt:lpstr>Goudy Old Style</vt:lpstr>
      <vt:lpstr>SavonVTI</vt:lpstr>
      <vt:lpstr>Hướng dẫn sử dụng chức năng tạo xuất hàng</vt:lpstr>
      <vt:lpstr>Đăng nhập hệ thống</vt:lpstr>
      <vt:lpstr>Xuất ra kho tạm.</vt:lpstr>
      <vt:lpstr>In tem dán lên pallet.</vt:lpstr>
      <vt:lpstr>Dán lên Pallet</vt:lpstr>
      <vt:lpstr>Xuất lên xe</vt:lpstr>
      <vt:lpstr>Kiểm tra chi tiết.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guide function evaluate contract in CMS</dc:title>
  <dc:creator>Nha Nguyễn</dc:creator>
  <cp:lastModifiedBy>Nha Nguyen</cp:lastModifiedBy>
  <cp:revision>140</cp:revision>
  <dcterms:created xsi:type="dcterms:W3CDTF">2022-04-13T01:56:23Z</dcterms:created>
  <dcterms:modified xsi:type="dcterms:W3CDTF">2025-03-04T03:42:04Z</dcterms:modified>
</cp:coreProperties>
</file>