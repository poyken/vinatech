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3D099B-E8E5-4012-87DA-77BA3BFF38D3}" v="664" dt="2024-12-11T02:30:25.240"/>
    <p1510:client id="{86F0C600-9268-3E83-70B9-1984B4A03ABE}" v="23" dt="2024-12-11T02:54:06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Bấm &amp; sửa kiểu phụ đề của Bản chính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750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393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934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43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530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340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857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02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014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ề và Văn bản Dọ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748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ề Dọc và Văn bả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00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7236D-C680-4349-9A96-AEA01B6A4E8F}" type="datetimeFigureOut">
              <a:rPr lang="vi-VN" smtClean="0"/>
              <a:t>12/12/2024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642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>
                <a:latin typeface="Times New Roman"/>
                <a:cs typeface="Times New Roman"/>
              </a:rPr>
              <a:t>Hướng dẫn màn </a:t>
            </a:r>
            <a:r>
              <a:rPr lang="en-US" dirty="0">
                <a:latin typeface="Times New Roman"/>
                <a:cs typeface="Times New Roman"/>
              </a:rPr>
              <a:t>F13</a:t>
            </a:r>
            <a:r>
              <a:rPr lang="vi-VN" dirty="0">
                <a:latin typeface="Times New Roman"/>
                <a:cs typeface="Times New Roman"/>
              </a:rPr>
              <a:t>0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vi-VN" dirty="0"/>
          </a:p>
          <a:p>
            <a:r>
              <a:rPr lang="en-US" dirty="0">
                <a:latin typeface="Arial"/>
                <a:cs typeface="Arial"/>
              </a:rPr>
              <a:t>F13</a:t>
            </a:r>
            <a:r>
              <a:rPr lang="vi-VN" dirty="0">
                <a:latin typeface="Arial"/>
                <a:cs typeface="Arial"/>
              </a:rPr>
              <a:t>0 – </a:t>
            </a:r>
            <a:r>
              <a:rPr lang="en-US" dirty="0" err="1">
                <a:latin typeface="Arial"/>
                <a:cs typeface="Arial"/>
              </a:rPr>
              <a:t>Chỉ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định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vật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liệu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theo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từng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nhà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cung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cấp</a:t>
            </a:r>
            <a:endParaRPr lang="vi-V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792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5C2DC26C-FC74-CE38-6847-A4F21D042F83}"/>
              </a:ext>
            </a:extLst>
          </p:cNvPr>
          <p:cNvSpPr txBox="1">
            <a:spLocks/>
          </p:cNvSpPr>
          <p:nvPr/>
        </p:nvSpPr>
        <p:spPr>
          <a:xfrm>
            <a:off x="673443" y="373706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800" dirty="0">
                <a:latin typeface="Arial"/>
                <a:cs typeface="Arial"/>
              </a:rPr>
              <a:t>Click biểu tượng 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để hiện lên cửa sổ tìm kiếm. Nhập </a:t>
            </a:r>
            <a:r>
              <a:rPr lang="en-US" sz="1800" dirty="0">
                <a:latin typeface="Arial"/>
                <a:cs typeface="Arial"/>
              </a:rPr>
              <a:t>F13</a:t>
            </a:r>
            <a:r>
              <a:rPr lang="vi-VN" sz="1800" dirty="0">
                <a:latin typeface="Arial"/>
                <a:cs typeface="Arial"/>
              </a:rPr>
              <a:t>0 tại ô tìm kiếm, màn hình </a:t>
            </a:r>
            <a:r>
              <a:rPr lang="en-US" sz="1800" dirty="0">
                <a:latin typeface="Arial"/>
                <a:cs typeface="Arial"/>
              </a:rPr>
              <a:t>F13</a:t>
            </a:r>
            <a:r>
              <a:rPr lang="vi-VN" sz="1800" dirty="0">
                <a:latin typeface="Arial"/>
                <a:cs typeface="Arial"/>
              </a:rPr>
              <a:t>0 hiện lên. </a:t>
            </a: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Click vào </a:t>
            </a:r>
            <a:r>
              <a:rPr lang="vi-VN" sz="1800" b="1" dirty="0">
                <a:latin typeface="Arial"/>
                <a:cs typeface="Arial"/>
              </a:rPr>
              <a:t>[</a:t>
            </a:r>
            <a:r>
              <a:rPr lang="en-US" sz="1800" b="1" dirty="0">
                <a:latin typeface="Arial"/>
                <a:cs typeface="Arial"/>
              </a:rPr>
              <a:t>F13</a:t>
            </a:r>
            <a:r>
              <a:rPr lang="vi-VN" sz="1800" b="1" dirty="0">
                <a:latin typeface="Arial"/>
                <a:cs typeface="Arial"/>
              </a:rPr>
              <a:t>0] </a:t>
            </a:r>
            <a:r>
              <a:rPr lang="en-US" sz="1800" b="1" dirty="0" err="1">
                <a:latin typeface="Arial"/>
                <a:cs typeface="Arial"/>
              </a:rPr>
              <a:t>Chỉ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định</a:t>
            </a:r>
            <a:r>
              <a:rPr lang="vi-VN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vật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liệu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theo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từng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nhà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cung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cấp</a:t>
            </a:r>
            <a:r>
              <a:rPr lang="vi-VN" sz="1800" b="1" dirty="0">
                <a:latin typeface="Arial"/>
                <a:cs typeface="Arial"/>
              </a:rPr>
              <a:t> </a:t>
            </a:r>
            <a:r>
              <a:rPr lang="vi-VN" sz="1800" dirty="0">
                <a:latin typeface="Arial"/>
                <a:cs typeface="Arial"/>
              </a:rPr>
              <a:t>để mở màn hình</a:t>
            </a:r>
            <a:endParaRPr lang="vi-VN" sz="1800" dirty="0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49F2FBF0-7980-D3C2-21DC-0F397AB53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756" y="376200"/>
            <a:ext cx="444953" cy="404132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1541CB-33D5-3EFF-7CAA-BABF9CC6F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6920" y="1793070"/>
            <a:ext cx="10515600" cy="2892448"/>
          </a:xfrm>
        </p:spPr>
      </p:pic>
    </p:spTree>
    <p:extLst>
      <p:ext uri="{BB962C8B-B14F-4D97-AF65-F5344CB8AC3E}">
        <p14:creationId xmlns:p14="http://schemas.microsoft.com/office/powerpoint/2010/main" val="4291436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0F3EEC45-0A1E-742F-3699-7FE8018D4C4A}"/>
              </a:ext>
            </a:extLst>
          </p:cNvPr>
          <p:cNvSpPr txBox="1">
            <a:spLocks/>
          </p:cNvSpPr>
          <p:nvPr/>
        </p:nvSpPr>
        <p:spPr>
          <a:xfrm>
            <a:off x="673443" y="373706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800" dirty="0">
                <a:latin typeface="Arial"/>
                <a:cs typeface="Arial"/>
              </a:rPr>
              <a:t>Tại màn </a:t>
            </a:r>
            <a:r>
              <a:rPr lang="en-US" sz="1800" dirty="0">
                <a:latin typeface="Arial"/>
                <a:cs typeface="Arial"/>
              </a:rPr>
              <a:t>F13</a:t>
            </a:r>
            <a:r>
              <a:rPr lang="vi-VN" sz="1800" dirty="0">
                <a:latin typeface="Arial"/>
                <a:cs typeface="Arial"/>
              </a:rPr>
              <a:t>0, click biểu tượng dấu tick màu xanh để tìm kiếm. 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 Sau đó dữ liệu sẽ hiện ra.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ABA2978-68B3-C725-BCA0-D347103CFE47}"/>
              </a:ext>
            </a:extLst>
          </p:cNvPr>
          <p:cNvSpPr/>
          <p:nvPr/>
        </p:nvSpPr>
        <p:spPr>
          <a:xfrm>
            <a:off x="3477846" y="2659738"/>
            <a:ext cx="667434" cy="769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AB8D9E-87A0-5540-8C88-6FF0AFF40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028" y="1206293"/>
            <a:ext cx="2514818" cy="4770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BE4A30-7E4B-6266-79FE-7AEE6AC10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280" y="1206293"/>
            <a:ext cx="8046719" cy="509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35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792A1B4-70B8-4DF9-070F-B1F2BFEF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225" y="215181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Chỉ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định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vật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liệu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theo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từng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nhà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cung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cấp</a:t>
            </a:r>
            <a:endParaRPr lang="vi-VN" dirty="0"/>
          </a:p>
        </p:txBody>
      </p:sp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6441E402-59CA-E024-27F5-51915BB37928}"/>
              </a:ext>
            </a:extLst>
          </p:cNvPr>
          <p:cNvSpPr txBox="1">
            <a:spLocks/>
          </p:cNvSpPr>
          <p:nvPr/>
        </p:nvSpPr>
        <p:spPr>
          <a:xfrm>
            <a:off x="838199" y="873760"/>
            <a:ext cx="10309653" cy="17068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err="1">
                <a:latin typeface="Arial"/>
                <a:cs typeface="Arial"/>
              </a:rPr>
              <a:t>Bước</a:t>
            </a:r>
            <a:r>
              <a:rPr lang="en-US" sz="1600" b="1" dirty="0">
                <a:latin typeface="Arial"/>
                <a:cs typeface="Arial"/>
              </a:rPr>
              <a:t> 1: </a:t>
            </a:r>
            <a:r>
              <a:rPr lang="en-US" sz="1600" b="1" dirty="0" err="1">
                <a:latin typeface="Arial"/>
                <a:cs typeface="Arial"/>
              </a:rPr>
              <a:t>Chọn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nhà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cung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cấp</a:t>
            </a:r>
            <a:endParaRPr lang="en-US" sz="1600" b="1" dirty="0">
              <a:latin typeface="Arial"/>
              <a:cs typeface="Arial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1600" dirty="0" err="1">
                <a:latin typeface="Arial"/>
                <a:cs typeface="Arial"/>
              </a:rPr>
              <a:t>Có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thể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tìm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nhà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cung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cấp</a:t>
            </a:r>
            <a:r>
              <a:rPr lang="en-US" sz="1600" dirty="0">
                <a:latin typeface="Arial"/>
                <a:cs typeface="Arial"/>
              </a:rPr>
              <a:t> ở </a:t>
            </a:r>
            <a:r>
              <a:rPr lang="en-US" sz="1600" dirty="0" err="1">
                <a:latin typeface="Arial"/>
                <a:cs typeface="Arial"/>
              </a:rPr>
              <a:t>bảng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bên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trái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hoặc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mã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nhà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cung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cấp</a:t>
            </a:r>
            <a:r>
              <a:rPr lang="en-US" sz="1600" dirty="0">
                <a:latin typeface="Arial"/>
                <a:cs typeface="Arial"/>
              </a:rPr>
              <a:t> (</a:t>
            </a:r>
            <a:r>
              <a:rPr lang="en-US" sz="1600" dirty="0" err="1">
                <a:latin typeface="Arial"/>
                <a:cs typeface="Arial"/>
              </a:rPr>
              <a:t>Mã</a:t>
            </a:r>
            <a:r>
              <a:rPr lang="en-US" sz="1600" dirty="0">
                <a:latin typeface="Arial"/>
                <a:cs typeface="Arial"/>
              </a:rPr>
              <a:t> NCC) ở </a:t>
            </a:r>
            <a:r>
              <a:rPr lang="en-US" sz="1600" dirty="0" err="1">
                <a:latin typeface="Arial"/>
                <a:cs typeface="Arial"/>
              </a:rPr>
              <a:t>gần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nút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tìm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kiếm</a:t>
            </a:r>
            <a:endParaRPr lang="en-US" sz="1600" dirty="0">
              <a:latin typeface="Arial"/>
              <a:cs typeface="Arial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1600" dirty="0" err="1">
                <a:latin typeface="Arial"/>
                <a:cs typeface="Arial"/>
              </a:rPr>
              <a:t>sau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đó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ấn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nút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tìm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kiếm</a:t>
            </a:r>
            <a:endParaRPr lang="en-US" sz="1600" dirty="0">
              <a:latin typeface="Arial"/>
              <a:cs typeface="Arial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1600" dirty="0">
                <a:latin typeface="Arial"/>
                <a:cs typeface="Arial"/>
              </a:rPr>
              <a:t> Sau </a:t>
            </a:r>
            <a:r>
              <a:rPr lang="en-US" sz="1600" dirty="0" err="1">
                <a:latin typeface="Arial"/>
                <a:cs typeface="Arial"/>
              </a:rPr>
              <a:t>đó</a:t>
            </a:r>
            <a:r>
              <a:rPr lang="en-US" sz="1600" dirty="0">
                <a:latin typeface="Arial"/>
                <a:cs typeface="Arial"/>
              </a:rPr>
              <a:t> click </a:t>
            </a:r>
            <a:r>
              <a:rPr lang="en-US" sz="1600" dirty="0" err="1">
                <a:latin typeface="Arial"/>
                <a:cs typeface="Arial"/>
              </a:rPr>
              <a:t>vào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dòng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nhà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cung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cấp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cần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endParaRPr lang="vi-VN" sz="1600" dirty="0"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6FFD4-C319-1F72-8C36-F45B8296E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24" y="2857962"/>
            <a:ext cx="11528176" cy="37873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5F651F-88AA-6BD2-A9E6-26A0AC40B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095" y="1646888"/>
            <a:ext cx="342930" cy="34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14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6764E-F274-5F8F-8DD6-2958B3FF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EAB0D18-F144-A7EA-CD85-524ACD706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Chỉ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định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vật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liệu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theo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từng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nhà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cung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cấp</a:t>
            </a:r>
            <a:endParaRPr lang="vi-VN" dirty="0"/>
          </a:p>
        </p:txBody>
      </p:sp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7C754EFE-57EA-4959-E45B-0C7BB669B8C3}"/>
              </a:ext>
            </a:extLst>
          </p:cNvPr>
          <p:cNvSpPr txBox="1">
            <a:spLocks/>
          </p:cNvSpPr>
          <p:nvPr/>
        </p:nvSpPr>
        <p:spPr>
          <a:xfrm>
            <a:off x="838199" y="1053328"/>
            <a:ext cx="10309653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err="1">
                <a:latin typeface="Arial"/>
                <a:cs typeface="Arial"/>
              </a:rPr>
              <a:t>Bước</a:t>
            </a:r>
            <a:r>
              <a:rPr lang="en-US" sz="1600" b="1" dirty="0">
                <a:latin typeface="Arial"/>
                <a:cs typeface="Arial"/>
              </a:rPr>
              <a:t> 2: </a:t>
            </a:r>
            <a:r>
              <a:rPr lang="en-US" sz="1600" b="1" dirty="0" err="1">
                <a:latin typeface="Arial"/>
                <a:cs typeface="Arial"/>
              </a:rPr>
              <a:t>Chọn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vật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liệu</a:t>
            </a:r>
            <a:endParaRPr lang="en-US" sz="1600" b="1" dirty="0">
              <a:latin typeface="Arial"/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 err="1">
                <a:latin typeface="Arial"/>
                <a:cs typeface="Arial"/>
              </a:rPr>
              <a:t>Tiếp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theo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nguyên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liệu</a:t>
            </a:r>
            <a:r>
              <a:rPr lang="en-US" sz="1600" dirty="0">
                <a:latin typeface="Arial"/>
                <a:cs typeface="Arial"/>
              </a:rPr>
              <a:t> ở </a:t>
            </a:r>
            <a:r>
              <a:rPr lang="en-US" sz="1600" dirty="0" err="1">
                <a:latin typeface="Arial"/>
                <a:cs typeface="Arial"/>
              </a:rPr>
              <a:t>bảng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bên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phải</a:t>
            </a:r>
            <a:r>
              <a:rPr lang="en-US" sz="1600" dirty="0">
                <a:latin typeface="Arial"/>
                <a:cs typeface="Arial"/>
              </a:rPr>
              <a:t>. Tick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vào</a:t>
            </a:r>
            <a:r>
              <a:rPr lang="en-US" sz="1600" dirty="0">
                <a:latin typeface="Arial"/>
                <a:cs typeface="Arial"/>
              </a:rPr>
              <a:t> ô </a:t>
            </a:r>
            <a:r>
              <a:rPr lang="en-US" sz="1600" dirty="0" err="1">
                <a:latin typeface="Arial"/>
                <a:cs typeface="Arial"/>
              </a:rPr>
              <a:t>Sử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dụng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cho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từng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vật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liệu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cần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và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ấn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biểu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tượng</a:t>
            </a:r>
            <a:r>
              <a:rPr lang="en-US" sz="1600" dirty="0">
                <a:latin typeface="Arial"/>
                <a:cs typeface="Arial"/>
              </a:rPr>
              <a:t> Save	 </a:t>
            </a:r>
            <a:r>
              <a:rPr lang="en-US" sz="1600" dirty="0" err="1">
                <a:latin typeface="Arial"/>
                <a:cs typeface="Arial"/>
              </a:rPr>
              <a:t>để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hệ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thống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lưu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lại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kết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quả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1432C9-2329-2F77-053C-5F9604B7B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449" y="1769099"/>
            <a:ext cx="505472" cy="4906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68B391-16F5-4AF8-29EA-2CC9609FC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2605654"/>
            <a:ext cx="11237485" cy="347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587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556F7-670E-1146-38FE-1C76F7C04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664B639-D42A-399E-A102-6CF2B7F3B6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>
                <a:latin typeface="Times New Roman"/>
                <a:cs typeface="Times New Roman"/>
              </a:rPr>
              <a:t>Hướng dẫn màn </a:t>
            </a:r>
            <a:r>
              <a:rPr lang="en-US" dirty="0">
                <a:latin typeface="Times New Roman"/>
                <a:cs typeface="Times New Roman"/>
              </a:rPr>
              <a:t>F14</a:t>
            </a:r>
            <a:r>
              <a:rPr lang="vi-VN" dirty="0">
                <a:latin typeface="Times New Roman"/>
                <a:cs typeface="Times New Roman"/>
              </a:rPr>
              <a:t>0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839F1C04-84BD-0036-3135-E918C41542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vi-VN" dirty="0"/>
          </a:p>
          <a:p>
            <a:r>
              <a:rPr lang="en-US" dirty="0">
                <a:latin typeface="Arial"/>
                <a:cs typeface="Arial"/>
              </a:rPr>
              <a:t>F14</a:t>
            </a:r>
            <a:r>
              <a:rPr lang="vi-VN" dirty="0">
                <a:latin typeface="Arial"/>
                <a:cs typeface="Arial"/>
              </a:rPr>
              <a:t>0 – </a:t>
            </a:r>
            <a:r>
              <a:rPr lang="en-US" dirty="0" err="1">
                <a:latin typeface="Arial"/>
                <a:cs typeface="Arial"/>
              </a:rPr>
              <a:t>Chỉ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định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nhà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cung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cấp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theo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từng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vật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liệu</a:t>
            </a:r>
            <a:endParaRPr lang="vi-V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7160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4D305-9186-5C2E-85C9-011D6E605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10E57E39-8D6C-AB9A-DA35-F8954888CD58}"/>
              </a:ext>
            </a:extLst>
          </p:cNvPr>
          <p:cNvSpPr txBox="1">
            <a:spLocks/>
          </p:cNvSpPr>
          <p:nvPr/>
        </p:nvSpPr>
        <p:spPr>
          <a:xfrm>
            <a:off x="673443" y="373706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800" dirty="0">
                <a:latin typeface="Arial"/>
                <a:cs typeface="Arial"/>
              </a:rPr>
              <a:t>Click biểu tượng 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để hiện lên cửa sổ tìm kiếm. Nhập </a:t>
            </a:r>
            <a:r>
              <a:rPr lang="en-US" sz="1800" dirty="0">
                <a:latin typeface="Arial"/>
                <a:cs typeface="Arial"/>
              </a:rPr>
              <a:t>F14</a:t>
            </a:r>
            <a:r>
              <a:rPr lang="vi-VN" sz="1800" dirty="0">
                <a:latin typeface="Arial"/>
                <a:cs typeface="Arial"/>
              </a:rPr>
              <a:t>0 tại ô tìm kiếm, màn hình </a:t>
            </a:r>
            <a:r>
              <a:rPr lang="en-US" sz="1800" dirty="0">
                <a:latin typeface="Arial"/>
                <a:cs typeface="Arial"/>
              </a:rPr>
              <a:t>F14</a:t>
            </a:r>
            <a:r>
              <a:rPr lang="vi-VN" sz="1800" dirty="0">
                <a:latin typeface="Arial"/>
                <a:cs typeface="Arial"/>
              </a:rPr>
              <a:t>0 hiện lên. </a:t>
            </a: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Click vào </a:t>
            </a:r>
            <a:r>
              <a:rPr lang="vi-VN" sz="1800" b="1" dirty="0">
                <a:latin typeface="Arial"/>
                <a:cs typeface="Arial"/>
              </a:rPr>
              <a:t>[</a:t>
            </a:r>
            <a:r>
              <a:rPr lang="en-US" sz="1800" b="1" dirty="0">
                <a:latin typeface="Arial"/>
                <a:cs typeface="Arial"/>
              </a:rPr>
              <a:t>F14</a:t>
            </a:r>
            <a:r>
              <a:rPr lang="vi-VN" sz="1800" b="1" dirty="0">
                <a:latin typeface="Arial"/>
                <a:cs typeface="Arial"/>
              </a:rPr>
              <a:t>0] </a:t>
            </a:r>
            <a:r>
              <a:rPr lang="en-US" sz="1800" b="1" dirty="0" err="1">
                <a:latin typeface="Arial"/>
                <a:cs typeface="Arial"/>
              </a:rPr>
              <a:t>Chỉ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định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nhà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cung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cấp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theo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từng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vật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dirty="0" err="1">
                <a:latin typeface="Arial"/>
                <a:cs typeface="Arial"/>
              </a:rPr>
              <a:t>liệu</a:t>
            </a:r>
            <a:r>
              <a:rPr lang="vi-VN" sz="1800" b="1" dirty="0">
                <a:latin typeface="Arial"/>
                <a:cs typeface="Arial"/>
              </a:rPr>
              <a:t> </a:t>
            </a:r>
            <a:r>
              <a:rPr lang="vi-VN" sz="1800" dirty="0">
                <a:latin typeface="Arial"/>
                <a:cs typeface="Arial"/>
              </a:rPr>
              <a:t>để mở màn hình</a:t>
            </a:r>
            <a:endParaRPr lang="vi-VN" sz="1800" dirty="0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C180604E-3297-7C92-28E8-0CD116FB2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756" y="376200"/>
            <a:ext cx="444953" cy="404132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F865445-8980-FD4C-F555-B740EA4862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303488"/>
            <a:ext cx="10515600" cy="2643771"/>
          </a:xfrm>
        </p:spPr>
      </p:pic>
    </p:spTree>
    <p:extLst>
      <p:ext uri="{BB962C8B-B14F-4D97-AF65-F5344CB8AC3E}">
        <p14:creationId xmlns:p14="http://schemas.microsoft.com/office/powerpoint/2010/main" val="318429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E2534-3717-5D24-4855-F8A6322D5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6707925D-3A37-8F3A-E27B-BF6C9CF2F9E1}"/>
              </a:ext>
            </a:extLst>
          </p:cNvPr>
          <p:cNvSpPr txBox="1">
            <a:spLocks/>
          </p:cNvSpPr>
          <p:nvPr/>
        </p:nvSpPr>
        <p:spPr>
          <a:xfrm>
            <a:off x="673443" y="373706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800" dirty="0">
                <a:latin typeface="Arial"/>
                <a:cs typeface="Arial"/>
              </a:rPr>
              <a:t>Tại màn </a:t>
            </a:r>
            <a:r>
              <a:rPr lang="en-US" sz="1800" dirty="0">
                <a:latin typeface="Arial"/>
                <a:cs typeface="Arial"/>
              </a:rPr>
              <a:t>F14</a:t>
            </a:r>
            <a:r>
              <a:rPr lang="vi-VN" sz="1800" dirty="0">
                <a:latin typeface="Arial"/>
                <a:cs typeface="Arial"/>
              </a:rPr>
              <a:t>0, click biểu tượng dấu tick màu xanh để tìm kiếm. 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 Sau đó dữ liệu sẽ hiện ra.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24E47F0-C32F-A825-E7AB-D4F12D4F55EF}"/>
              </a:ext>
            </a:extLst>
          </p:cNvPr>
          <p:cNvSpPr/>
          <p:nvPr/>
        </p:nvSpPr>
        <p:spPr>
          <a:xfrm>
            <a:off x="3477846" y="2659738"/>
            <a:ext cx="667434" cy="769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D9BB81-0AED-B606-1183-07D5AF622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83" y="1206293"/>
            <a:ext cx="3269263" cy="4892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A36414-FA00-BAE7-4C26-6650D4B49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280" y="1206293"/>
            <a:ext cx="8046719" cy="513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35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1C75B-26BA-D0BF-725E-11C61541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D90605A-6714-BB73-2610-11EA735E6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225" y="215181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Chỉ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định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nhà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cung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cấp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theo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từng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vật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liệu</a:t>
            </a:r>
            <a:endParaRPr lang="vi-VN" dirty="0"/>
          </a:p>
        </p:txBody>
      </p:sp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7308E7F1-9770-C4DD-9DD6-FA6470E74EEE}"/>
              </a:ext>
            </a:extLst>
          </p:cNvPr>
          <p:cNvSpPr txBox="1">
            <a:spLocks/>
          </p:cNvSpPr>
          <p:nvPr/>
        </p:nvSpPr>
        <p:spPr>
          <a:xfrm>
            <a:off x="735225" y="751557"/>
            <a:ext cx="10309653" cy="17068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err="1">
                <a:latin typeface="Arial"/>
                <a:cs typeface="Arial"/>
              </a:rPr>
              <a:t>Bước</a:t>
            </a:r>
            <a:r>
              <a:rPr lang="en-US" sz="1600" b="1" dirty="0">
                <a:latin typeface="Arial"/>
                <a:cs typeface="Arial"/>
              </a:rPr>
              <a:t> 1: </a:t>
            </a:r>
            <a:r>
              <a:rPr lang="en-US" sz="1600" b="1" dirty="0" err="1">
                <a:latin typeface="Arial"/>
                <a:cs typeface="Arial"/>
              </a:rPr>
              <a:t>Chọn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nguyên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liệu</a:t>
            </a:r>
            <a:endParaRPr lang="en-US" sz="1600" b="1" dirty="0">
              <a:latin typeface="Arial"/>
              <a:cs typeface="Arial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1600" dirty="0" err="1">
                <a:latin typeface="Arial"/>
                <a:cs typeface="Arial"/>
              </a:rPr>
              <a:t>Có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thể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tìm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nguyên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liệu</a:t>
            </a:r>
            <a:r>
              <a:rPr lang="en-US" sz="1600" dirty="0">
                <a:latin typeface="Arial"/>
                <a:cs typeface="Arial"/>
              </a:rPr>
              <a:t> ở </a:t>
            </a:r>
            <a:r>
              <a:rPr lang="en-US" sz="1600" dirty="0" err="1">
                <a:latin typeface="Arial"/>
                <a:cs typeface="Arial"/>
              </a:rPr>
              <a:t>bảng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bên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trái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hoặc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Mã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nguyên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liệu</a:t>
            </a:r>
            <a:r>
              <a:rPr lang="en-US" sz="1600" dirty="0">
                <a:latin typeface="Arial"/>
                <a:cs typeface="Arial"/>
              </a:rPr>
              <a:t> ở </a:t>
            </a:r>
            <a:r>
              <a:rPr lang="en-US" sz="1600" dirty="0" err="1">
                <a:latin typeface="Arial"/>
                <a:cs typeface="Arial"/>
              </a:rPr>
              <a:t>gần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nút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tìm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kiếm</a:t>
            </a:r>
            <a:endParaRPr lang="en-US" sz="1600" dirty="0">
              <a:latin typeface="Arial"/>
              <a:cs typeface="Arial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1600" dirty="0" err="1">
                <a:latin typeface="Arial"/>
                <a:cs typeface="Arial"/>
              </a:rPr>
              <a:t>sau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đó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ấn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nút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tìm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kiếm</a:t>
            </a:r>
            <a:endParaRPr lang="en-US" sz="1600" dirty="0">
              <a:latin typeface="Arial"/>
              <a:cs typeface="Arial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1600" dirty="0">
                <a:latin typeface="Arial"/>
                <a:cs typeface="Arial"/>
              </a:rPr>
              <a:t> Sau </a:t>
            </a:r>
            <a:r>
              <a:rPr lang="en-US" sz="1600" dirty="0" err="1">
                <a:latin typeface="Arial"/>
                <a:cs typeface="Arial"/>
              </a:rPr>
              <a:t>đó</a:t>
            </a:r>
            <a:r>
              <a:rPr lang="en-US" sz="1600" dirty="0">
                <a:latin typeface="Arial"/>
                <a:cs typeface="Arial"/>
              </a:rPr>
              <a:t> click </a:t>
            </a:r>
            <a:r>
              <a:rPr lang="en-US" sz="1600" dirty="0" err="1">
                <a:latin typeface="Arial"/>
                <a:cs typeface="Arial"/>
              </a:rPr>
              <a:t>vào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dòng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nguyên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liệu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cần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endParaRPr lang="vi-VN" sz="1600" dirty="0">
              <a:latin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198548-AFE8-8F44-F901-3162C6D51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974" y="1554193"/>
            <a:ext cx="486425" cy="486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E7D204-E41A-CF2F-5A8E-A986113A3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53" y="2458437"/>
            <a:ext cx="10101796" cy="429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09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E54D3-8BCF-20DB-0C9A-27F4BD035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152F2E4-4BCB-EC5E-50A0-37AE7C264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Chỉ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định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nhà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cung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cấp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theo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từng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vật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liệu</a:t>
            </a:r>
            <a:endParaRPr lang="vi-VN" dirty="0"/>
          </a:p>
        </p:txBody>
      </p:sp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7241DD52-04DE-4368-6052-C289C151E74B}"/>
              </a:ext>
            </a:extLst>
          </p:cNvPr>
          <p:cNvSpPr txBox="1">
            <a:spLocks/>
          </p:cNvSpPr>
          <p:nvPr/>
        </p:nvSpPr>
        <p:spPr>
          <a:xfrm>
            <a:off x="838200" y="1012688"/>
            <a:ext cx="10309653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err="1">
                <a:latin typeface="Arial"/>
                <a:cs typeface="Arial"/>
              </a:rPr>
              <a:t>Bước</a:t>
            </a:r>
            <a:r>
              <a:rPr lang="en-US" sz="1600" b="1" dirty="0">
                <a:latin typeface="Arial"/>
                <a:cs typeface="Arial"/>
              </a:rPr>
              <a:t> 2: </a:t>
            </a:r>
            <a:r>
              <a:rPr lang="en-US" sz="1600" b="1" dirty="0" err="1">
                <a:latin typeface="Arial"/>
                <a:cs typeface="Arial"/>
              </a:rPr>
              <a:t>Chọn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nhà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cung</a:t>
            </a:r>
            <a:r>
              <a:rPr lang="en-US" sz="1600" b="1" dirty="0">
                <a:latin typeface="Arial"/>
                <a:cs typeface="Arial"/>
              </a:rPr>
              <a:t> </a:t>
            </a:r>
            <a:r>
              <a:rPr lang="en-US" sz="1600" b="1" dirty="0" err="1">
                <a:latin typeface="Arial"/>
                <a:cs typeface="Arial"/>
              </a:rPr>
              <a:t>cấp</a:t>
            </a:r>
            <a:endParaRPr lang="en-US" sz="1600" b="1" dirty="0">
              <a:latin typeface="Arial"/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 err="1">
                <a:latin typeface="Arial"/>
                <a:cs typeface="Arial"/>
              </a:rPr>
              <a:t>Tiếp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theo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nhà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cung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cấp</a:t>
            </a:r>
            <a:r>
              <a:rPr lang="en-US" sz="1600" dirty="0">
                <a:latin typeface="Arial"/>
                <a:cs typeface="Arial"/>
              </a:rPr>
              <a:t> ở </a:t>
            </a:r>
            <a:r>
              <a:rPr lang="en-US" sz="1600" dirty="0" err="1">
                <a:latin typeface="Arial"/>
                <a:cs typeface="Arial"/>
              </a:rPr>
              <a:t>bảng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bên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phải</a:t>
            </a:r>
            <a:r>
              <a:rPr lang="en-US" sz="1600" dirty="0">
                <a:latin typeface="Arial"/>
                <a:cs typeface="Arial"/>
              </a:rPr>
              <a:t>. Tick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vào</a:t>
            </a:r>
            <a:r>
              <a:rPr lang="en-US" sz="1600" dirty="0">
                <a:latin typeface="Arial"/>
                <a:cs typeface="Arial"/>
              </a:rPr>
              <a:t> ô </a:t>
            </a:r>
            <a:r>
              <a:rPr lang="en-US" sz="1600" dirty="0" err="1">
                <a:latin typeface="Arial"/>
                <a:cs typeface="Arial"/>
              </a:rPr>
              <a:t>Sử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dụng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cho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từng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nhà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cung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cấp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cần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và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ấn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biểu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tượng</a:t>
            </a:r>
            <a:r>
              <a:rPr lang="en-US" sz="1600" dirty="0">
                <a:latin typeface="Arial"/>
                <a:cs typeface="Arial"/>
              </a:rPr>
              <a:t> Save	 	</a:t>
            </a:r>
            <a:r>
              <a:rPr lang="en-US" sz="1600" dirty="0" err="1">
                <a:latin typeface="Arial"/>
                <a:cs typeface="Arial"/>
              </a:rPr>
              <a:t>để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hệ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thống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lưu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lại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kết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quả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07D809-04B2-487A-538A-9EB50B8FC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969" y="1728459"/>
            <a:ext cx="505472" cy="4906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4E1410-B434-3013-EB50-30DCC1ECD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" y="2613660"/>
            <a:ext cx="11466084" cy="342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13069"/>
      </p:ext>
    </p:extLst>
  </p:cSld>
  <p:clrMapOvr>
    <a:masterClrMapping/>
  </p:clrMapOvr>
</p:sld>
</file>

<file path=ppt/theme/theme1.xml><?xml version="1.0" encoding="utf-8"?>
<a:theme xmlns:a="http://schemas.openxmlformats.org/drawingml/2006/main" name="Chủ đề củ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Văn phòng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ăn phòng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388</Words>
  <Application>Microsoft Office PowerPoint</Application>
  <PresentationFormat>Widescreen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Chủ đề của Office</vt:lpstr>
      <vt:lpstr>Hướng dẫn màn F130</vt:lpstr>
      <vt:lpstr>PowerPoint Presentation</vt:lpstr>
      <vt:lpstr>PowerPoint Presentation</vt:lpstr>
      <vt:lpstr>Chỉ định vật liệu theo từng nhà cung cấp</vt:lpstr>
      <vt:lpstr>Chỉ định vật liệu theo từng nhà cung cấp</vt:lpstr>
      <vt:lpstr>Hướng dẫn màn F140</vt:lpstr>
      <vt:lpstr>PowerPoint Presentation</vt:lpstr>
      <vt:lpstr>PowerPoint Presentation</vt:lpstr>
      <vt:lpstr>Chỉ định nhà cung cấp theo từng vật liệu</vt:lpstr>
      <vt:lpstr>Chỉ định nhà cung cấp theo từng vật liệu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DI JAN</cp:lastModifiedBy>
  <cp:revision>12</cp:revision>
  <dcterms:created xsi:type="dcterms:W3CDTF">2024-12-11T01:57:24Z</dcterms:created>
  <dcterms:modified xsi:type="dcterms:W3CDTF">2024-12-12T08:04:12Z</dcterms:modified>
</cp:coreProperties>
</file>