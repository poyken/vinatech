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7" r:id="rId1"/>
  </p:sldMasterIdLst>
  <p:notesMasterIdLst>
    <p:notesMasterId r:id="rId17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6" r:id="rId9"/>
    <p:sldId id="267" r:id="rId10"/>
    <p:sldId id="270" r:id="rId11"/>
    <p:sldId id="271" r:id="rId12"/>
    <p:sldId id="272" r:id="rId13"/>
    <p:sldId id="273" r:id="rId14"/>
    <p:sldId id="274" r:id="rId15"/>
    <p:sldId id="27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CC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8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965420-464B-43DC-AAFB-989FC49D2D99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26C847-AE22-46BF-9DC4-44830D123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133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26C847-AE22-46BF-9DC4-44830D1236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3738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C7EFE-2D04-11C9-B675-0B4D31834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8EEEF7-215E-C3A9-66BE-1D5D6B83CD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25442A-4EAE-FA42-5FB4-F551D15522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374AA7-559F-F5AB-3BE9-153EBC4A7D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26C847-AE22-46BF-9DC4-44830D1236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922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12BED07-6713-92AA-40AF-AE58F4F83C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5400" y="4701464"/>
            <a:ext cx="8952782" cy="1204036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9EF77-BF49-E4C1-0FC7-563354777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D5853-25AA-1C3D-EAD2-496674792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F0DAD-5850-CAAE-CD25-4D6DDDFF3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4851B1-0B20-9549-0D70-886AA9D045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952500"/>
            <a:ext cx="8952781" cy="3748824"/>
          </a:xfrm>
          <a:noFill/>
        </p:spPr>
        <p:txBody>
          <a:bodyPr anchor="b">
            <a:normAutofit/>
          </a:bodyPr>
          <a:lstStyle>
            <a:lvl1pPr algn="l">
              <a:defRPr sz="3200" spc="53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2641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48F26-B5E3-8A90-51FC-8520D1D73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A4D95-10F3-6212-8302-5610C43E3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81BE7-A53D-441E-0393-0E59412C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F10F0-B23F-BF4B-DB66-9BCF734DB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5DDEC-13A7-D988-D082-03076F80F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314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80CFA-45ED-71B0-EE3E-CCE6D5C19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618211"/>
            <a:ext cx="8412190" cy="3944389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37BECA-A01D-7D7A-F2A6-891EC9D22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908858"/>
            <a:ext cx="8412192" cy="676102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16478-6FAF-D420-0B87-6EABB81E8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4289B-CB0D-8AFC-7C02-F755C0DCC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971E4-8A9E-2A30-D7FE-B3505124B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022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7F941-C3A7-545F-8046-C7A9AC803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D4277-CFAE-EEF6-3346-61F06D5A39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5401" y="2260121"/>
            <a:ext cx="4350026" cy="36568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43384-699D-84FC-C8B5-7BDE49BB44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46574" y="2260120"/>
            <a:ext cx="4350025" cy="365688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A49386-AFC8-03DA-4563-07B0A0119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AED60A-7704-31D9-7D4D-65C635EDF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927DA-3B5E-13B8-0BA8-5DCFF001E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4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7B55A-280B-BDCB-F966-8578DDE74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966788"/>
            <a:ext cx="10059988" cy="105178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6EA03-7008-14AB-547B-E66EA4EC9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2018581"/>
            <a:ext cx="4350027" cy="544003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629F56-D2C8-71FE-FA59-002819D518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5400" y="2774756"/>
            <a:ext cx="4350027" cy="31507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2524D2-CA8D-75F3-D089-C2F0E20D47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46572" y="2018581"/>
            <a:ext cx="4350028" cy="544003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99B0E3-5AE5-0516-27BF-9F246137FE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46572" y="2774756"/>
            <a:ext cx="4350028" cy="315079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B319A7-6048-4735-B2AC-6D6043F14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15F875-F23E-D0D2-9115-CD494FDA0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B4F88F-F488-D9D5-CF99-AA1750AAF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094593-EFC2-EEEF-74CD-BD00F4132A94}"/>
              </a:ext>
            </a:extLst>
          </p:cNvPr>
          <p:cNvCxnSpPr>
            <a:cxnSpLocks/>
          </p:cNvCxnSpPr>
          <p:nvPr/>
        </p:nvCxnSpPr>
        <p:spPr>
          <a:xfrm>
            <a:off x="6657975" y="2625552"/>
            <a:ext cx="423862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F851F6D-436C-FA47-8CD1-2C10E735764A}"/>
              </a:ext>
            </a:extLst>
          </p:cNvPr>
          <p:cNvCxnSpPr>
            <a:cxnSpLocks/>
          </p:cNvCxnSpPr>
          <p:nvPr/>
        </p:nvCxnSpPr>
        <p:spPr>
          <a:xfrm>
            <a:off x="1403684" y="2625552"/>
            <a:ext cx="424174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6077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91B86-9261-4E82-EF65-30F78154E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3A5E84-E43B-20AE-E80D-47CB0B07B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FF5797-14F1-9FEB-247C-0E325AF74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B5D7AF-1489-8F93-4828-0AE784B8B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331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6CAF1C-8901-AE05-E52C-D5B959410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CD4F90-2973-4FE2-6C2C-5C2AC5C5A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0414B-A7EC-0C14-EFD2-29C5582CC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790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378C7-A764-C5E4-A6A4-DC5B1B353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484" y="1306484"/>
            <a:ext cx="3932237" cy="2122516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FE178-4B5D-413B-6583-AB81E8D04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312026"/>
            <a:ext cx="5143500" cy="4565651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B92F6D-71AB-9630-9DBE-46041C50C7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06484" y="3428999"/>
            <a:ext cx="3932237" cy="2133601"/>
          </a:xfr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FEAAD1-C919-6E2E-32D2-E199025FB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88B5D8-E15B-BE38-2A89-BD0F02E1A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ECC26-B78C-4CBD-6883-97E80D3E5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341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04EAA-30F7-390A-C77C-2E5BD8218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484" y="1307185"/>
            <a:ext cx="3932237" cy="2121813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3A1C34-81AC-D534-67B1-427212289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857702" y="1307186"/>
            <a:ext cx="5038898" cy="459831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E1012D-3524-26C6-64C1-8CE6E7A9A2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06484" y="3428999"/>
            <a:ext cx="3932237" cy="2133601"/>
          </a:xfr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8FA6D7-1BE0-F14D-A2F7-4836180BC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56B5AC-3F20-FDC1-D579-7C4C6B4ED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074ACA-1D54-81FA-70B1-31AB3011B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753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2C3AB-851A-0D2F-B3AE-5B161CFFC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89FD6B-3621-3904-7878-A2825C6925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08AE9-D8ED-ED5D-D7B0-A43811777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EF98B-AC81-D122-3D05-9C4E2FE42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FB543-B138-6627-3714-12105D172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16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3DE16D-F1A0-DDB5-A98C-A9055C93D9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88334" y="952499"/>
            <a:ext cx="2051165" cy="49530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8A548F-8DA7-C53C-1BFE-7C720CB20F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52500" y="952499"/>
            <a:ext cx="8235834" cy="49530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EA2C8-1C90-25D0-8B0A-30B73CFD3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FF1A4-0404-DA2D-1EA4-828091C0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57155-0F4A-F7B7-C4A8-755572E98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871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792104-6F24-CD50-F55E-22A55084D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842963"/>
            <a:ext cx="9601200" cy="1309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1059CB-D00E-398D-E4D9-59792FC40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2262188"/>
            <a:ext cx="9601200" cy="3643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FBC38-D897-7CBE-AC89-A95A2222D7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7726" y="61991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5DBDDF98-C922-483F-97E9-3E76B0201B42}" type="datetimeFigureOut">
              <a:rPr lang="en-US" smtClean="0"/>
              <a:pPr/>
              <a:t>11/13/2024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28008-2A03-D518-4A75-30816EB0D1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6625" y="6199188"/>
            <a:ext cx="3409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91D49-2BD8-1C36-B43A-CF2F917776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28107" y="6199188"/>
            <a:ext cx="6191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1B8B3671-A306-4A69-8480-FA9BE83924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470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0" r:id="rId6"/>
    <p:sldLayoutId id="2147483766" r:id="rId7"/>
    <p:sldLayoutId id="2147483767" r:id="rId8"/>
    <p:sldLayoutId id="2147483768" r:id="rId9"/>
    <p:sldLayoutId id="2147483769" r:id="rId10"/>
    <p:sldLayoutId id="2147483771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kern="1200" cap="all" spc="5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75488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94944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52144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7E26772-EAFC-10BB-4659-99BF2A8A15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4AEFA6A-E623-CF1A-3DDF-C38D3A7E2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3335" y="952194"/>
            <a:ext cx="4140682" cy="495844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E269A5-FF2D-F7BE-4BD5-86E842FEF9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1" y="1664100"/>
            <a:ext cx="3803350" cy="2037951"/>
          </a:xfrm>
        </p:spPr>
        <p:txBody>
          <a:bodyPr anchor="ctr">
            <a:normAutofit/>
          </a:bodyPr>
          <a:lstStyle/>
          <a:p>
            <a:r>
              <a:rPr lang="en-US" dirty="0"/>
              <a:t>Quy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QC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7A3248-AB51-3CD4-D600-621571EF0C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1" y="4587692"/>
            <a:ext cx="3119010" cy="1013687"/>
          </a:xfrm>
        </p:spPr>
        <p:txBody>
          <a:bodyPr anchor="b">
            <a:normAutofit/>
          </a:bodyPr>
          <a:lstStyle/>
          <a:p>
            <a:r>
              <a:rPr lang="en-US" dirty="0"/>
              <a:t>Created by EA Vietnam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F20321-16A0-BC34-9658-EBA43B121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2310" y="951418"/>
            <a:ext cx="5822282" cy="3126636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096B459-B775-A815-CF41-38B3F79043C9}"/>
              </a:ext>
            </a:extLst>
          </p:cNvPr>
          <p:cNvSpPr/>
          <p:nvPr/>
        </p:nvSpPr>
        <p:spPr>
          <a:xfrm>
            <a:off x="5772310" y="4910328"/>
            <a:ext cx="5822282" cy="996254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OQC</a:t>
            </a:r>
          </a:p>
        </p:txBody>
      </p:sp>
    </p:spTree>
    <p:extLst>
      <p:ext uri="{BB962C8B-B14F-4D97-AF65-F5344CB8AC3E}">
        <p14:creationId xmlns:p14="http://schemas.microsoft.com/office/powerpoint/2010/main" val="2375359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600FC-4D32-0F5C-F60A-0304721DD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393192"/>
            <a:ext cx="11256264" cy="82296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I. </a:t>
            </a:r>
            <a:r>
              <a:rPr lang="en-US" b="1" dirty="0" err="1"/>
              <a:t>Quản</a:t>
            </a:r>
            <a:r>
              <a:rPr lang="en-US" b="1" dirty="0"/>
              <a:t> LÝ </a:t>
            </a:r>
            <a:r>
              <a:rPr lang="en-US" b="1" dirty="0" err="1"/>
              <a:t>hạng</a:t>
            </a:r>
            <a:r>
              <a:rPr lang="en-US" b="1" dirty="0"/>
              <a:t> </a:t>
            </a:r>
            <a:r>
              <a:rPr lang="en-US" b="1" dirty="0" err="1"/>
              <a:t>mục</a:t>
            </a:r>
            <a:r>
              <a:rPr lang="en-US" b="1" dirty="0"/>
              <a:t>/</a:t>
            </a:r>
            <a:r>
              <a:rPr lang="en-US" b="1" dirty="0" err="1"/>
              <a:t>Nhóm</a:t>
            </a:r>
            <a:r>
              <a:rPr lang="en-US" b="1" dirty="0"/>
              <a:t> </a:t>
            </a:r>
            <a:r>
              <a:rPr lang="en-US" b="1" dirty="0" err="1"/>
              <a:t>kiểm</a:t>
            </a:r>
            <a:r>
              <a:rPr lang="en-US" b="1" dirty="0"/>
              <a:t> </a:t>
            </a:r>
            <a:r>
              <a:rPr lang="en-US" b="1" dirty="0" err="1"/>
              <a:t>tra</a:t>
            </a:r>
            <a:r>
              <a:rPr lang="en-US" b="1" dirty="0"/>
              <a:t> </a:t>
            </a:r>
            <a:r>
              <a:rPr lang="en-US" b="1" dirty="0">
                <a:solidFill>
                  <a:srgbClr val="FF0000"/>
                </a:solidFill>
              </a:rPr>
              <a:t>IQC</a:t>
            </a:r>
            <a:r>
              <a:rPr lang="en-US" b="1" dirty="0"/>
              <a:t> </a:t>
            </a:r>
            <a:r>
              <a:rPr lang="en-US" b="1" dirty="0" err="1"/>
              <a:t>và</a:t>
            </a:r>
            <a:r>
              <a:rPr lang="en-US" b="1" dirty="0"/>
              <a:t> </a:t>
            </a:r>
            <a:r>
              <a:rPr lang="en-US" b="1" dirty="0">
                <a:solidFill>
                  <a:srgbClr val="FF0000"/>
                </a:solidFill>
              </a:rPr>
              <a:t>OQC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58FA9A-1367-C1AD-1819-6194EEE372F6}"/>
              </a:ext>
            </a:extLst>
          </p:cNvPr>
          <p:cNvSpPr txBox="1"/>
          <p:nvPr/>
        </p:nvSpPr>
        <p:spPr>
          <a:xfrm>
            <a:off x="603504" y="1031486"/>
            <a:ext cx="569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C121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A47D71C-2BE4-4BAE-EDDD-263F1B04A5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1585484"/>
            <a:ext cx="10597896" cy="4740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265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69884-FED6-BECB-1999-803D3FD1A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E94999C-4B56-8796-7823-359530EFF8B1}"/>
              </a:ext>
            </a:extLst>
          </p:cNvPr>
          <p:cNvSpPr txBox="1"/>
          <p:nvPr/>
        </p:nvSpPr>
        <p:spPr>
          <a:xfrm>
            <a:off x="399288" y="425546"/>
            <a:ext cx="569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BFE5A4-20FA-2171-E41E-CF2AA14DD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625" y="962636"/>
            <a:ext cx="11371149" cy="5218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865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B0D8C-960D-DF5B-1645-AAF52BCEA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FE3B5D1-936F-0C42-FC87-C91E1C188C8A}"/>
              </a:ext>
            </a:extLst>
          </p:cNvPr>
          <p:cNvSpPr txBox="1"/>
          <p:nvPr/>
        </p:nvSpPr>
        <p:spPr>
          <a:xfrm>
            <a:off x="399288" y="425546"/>
            <a:ext cx="569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8F608C-E202-E9F5-7C86-ED3FFBC86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611" y="1061578"/>
            <a:ext cx="11130778" cy="493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260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F8FA3-1595-3D27-5E24-CCD68BF7D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E236D3F-1D8F-974E-2934-D66E20FE77BD}"/>
              </a:ext>
            </a:extLst>
          </p:cNvPr>
          <p:cNvSpPr txBox="1"/>
          <p:nvPr/>
        </p:nvSpPr>
        <p:spPr>
          <a:xfrm>
            <a:off x="399288" y="292196"/>
            <a:ext cx="569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Xóa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6A09F3-BEA1-67B8-09C7-28E06D240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548" y="661528"/>
            <a:ext cx="11304164" cy="50307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2369E14-74F2-201F-0C95-EFF4D28DC5C2}"/>
              </a:ext>
            </a:extLst>
          </p:cNvPr>
          <p:cNvSpPr txBox="1"/>
          <p:nvPr/>
        </p:nvSpPr>
        <p:spPr>
          <a:xfrm>
            <a:off x="488548" y="6011806"/>
            <a:ext cx="6368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=&gt; 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xóa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Hạng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hạng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8162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05B4F-FD31-0970-4DBE-7E8CC0B9E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CC294-0B1D-A939-6086-4A6C9CA41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232" y="393192"/>
            <a:ext cx="11527536" cy="822960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II.Thiết</a:t>
            </a:r>
            <a:r>
              <a:rPr lang="en-US" b="1" dirty="0"/>
              <a:t> </a:t>
            </a:r>
            <a:r>
              <a:rPr lang="en-US" b="1" dirty="0" err="1"/>
              <a:t>lập</a:t>
            </a:r>
            <a:r>
              <a:rPr lang="en-US" b="1" dirty="0"/>
              <a:t> </a:t>
            </a:r>
            <a:r>
              <a:rPr lang="en-US" b="1" dirty="0" err="1"/>
              <a:t>Hạng</a:t>
            </a:r>
            <a:r>
              <a:rPr lang="en-US" b="1" dirty="0"/>
              <a:t> </a:t>
            </a:r>
            <a:r>
              <a:rPr lang="en-US" b="1" dirty="0" err="1"/>
              <a:t>mục</a:t>
            </a:r>
            <a:r>
              <a:rPr lang="en-US" b="1" dirty="0"/>
              <a:t> </a:t>
            </a:r>
            <a:r>
              <a:rPr lang="en-US" b="1" dirty="0" err="1"/>
              <a:t>theo</a:t>
            </a:r>
            <a:r>
              <a:rPr lang="en-US" b="1" dirty="0"/>
              <a:t> </a:t>
            </a:r>
            <a:r>
              <a:rPr lang="en-US" b="1" dirty="0" err="1"/>
              <a:t>từng</a:t>
            </a:r>
            <a:r>
              <a:rPr lang="en-US" b="1" dirty="0"/>
              <a:t> </a:t>
            </a:r>
            <a:r>
              <a:rPr lang="en-US" b="1" dirty="0" err="1"/>
              <a:t>sản</a:t>
            </a:r>
            <a:r>
              <a:rPr lang="en-US" b="1" dirty="0"/>
              <a:t> </a:t>
            </a:r>
            <a:r>
              <a:rPr lang="en-US" b="1" dirty="0" err="1"/>
              <a:t>phẩm</a:t>
            </a:r>
            <a:r>
              <a:rPr lang="en-US" b="1" dirty="0"/>
              <a:t>(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C151</a:t>
            </a:r>
            <a:r>
              <a:rPr lang="en-US" b="1" dirty="0"/>
              <a:t>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144878-5731-0408-46E0-9191ACB82652}"/>
              </a:ext>
            </a:extLst>
          </p:cNvPr>
          <p:cNvSpPr txBox="1"/>
          <p:nvPr/>
        </p:nvSpPr>
        <p:spPr>
          <a:xfrm>
            <a:off x="497300" y="2079493"/>
            <a:ext cx="569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BDBA1D-7FD2-5F81-FE4C-A6581B68B81F}"/>
              </a:ext>
            </a:extLst>
          </p:cNvPr>
          <p:cNvSpPr txBox="1"/>
          <p:nvPr/>
        </p:nvSpPr>
        <p:spPr>
          <a:xfrm>
            <a:off x="500193" y="2447025"/>
            <a:ext cx="3055645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a) 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endParaRPr lang="en-US" sz="14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4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-&gt;   Sau </a:t>
            </a:r>
            <a:r>
              <a:rPr lang="en-US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nhấn</a:t>
            </a: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sz="1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E4DC8D6-77AE-8166-6035-922A4E37C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5562" y="3422812"/>
            <a:ext cx="352425" cy="3143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D9C0675-4A24-0046-F976-96CC3CE92120}"/>
              </a:ext>
            </a:extLst>
          </p:cNvPr>
          <p:cNvSpPr txBox="1"/>
          <p:nvPr/>
        </p:nvSpPr>
        <p:spPr>
          <a:xfrm>
            <a:off x="497300" y="1289988"/>
            <a:ext cx="28969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Menu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bổ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OQC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50AB0DD-ABB1-B282-8E2F-D6A451FA00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1613" y="1289988"/>
            <a:ext cx="8193648" cy="4818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414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2082D-6C58-A1FF-5FD9-5EBA18D8A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90892C7-E79E-FC30-E66E-FFD3AB06B6CC}"/>
              </a:ext>
            </a:extLst>
          </p:cNvPr>
          <p:cNvSpPr txBox="1"/>
          <p:nvPr/>
        </p:nvSpPr>
        <p:spPr>
          <a:xfrm>
            <a:off x="399288" y="425546"/>
            <a:ext cx="569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10E3A7-C24A-7040-9064-DC36F87E462A}"/>
              </a:ext>
            </a:extLst>
          </p:cNvPr>
          <p:cNvSpPr txBox="1"/>
          <p:nvPr/>
        </p:nvSpPr>
        <p:spPr>
          <a:xfrm>
            <a:off x="399287" y="1137778"/>
            <a:ext cx="2439163" cy="19926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b1. 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b2.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</a:p>
          <a:p>
            <a:pPr>
              <a:lnSpc>
                <a:spcPct val="150000"/>
              </a:lnSpc>
            </a:pP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b3.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save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D620A3C-2EE7-0B3F-7A29-EA485D03A3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569" y="2798503"/>
            <a:ext cx="438156" cy="33193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FB35CFC-08E3-247E-892B-B987B3AAE9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8450" y="1137778"/>
            <a:ext cx="8961120" cy="51021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A4DAD2B-3319-3BD8-11D0-6C6CB9EDAD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2650" y="1254733"/>
            <a:ext cx="266700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543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CFF08-31F5-C916-11FB-D8F3C79CE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2FA57-CDC0-3953-43D8-18EDAF9E7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393192"/>
            <a:ext cx="11256264" cy="822960"/>
          </a:xfrm>
        </p:spPr>
        <p:txBody>
          <a:bodyPr>
            <a:normAutofit/>
          </a:bodyPr>
          <a:lstStyle/>
          <a:p>
            <a:r>
              <a:rPr lang="en-US" b="1" dirty="0"/>
              <a:t>III. </a:t>
            </a:r>
            <a:r>
              <a:rPr lang="en-US" b="1" dirty="0" err="1"/>
              <a:t>Quản</a:t>
            </a:r>
            <a:r>
              <a:rPr lang="en-US" b="1" dirty="0"/>
              <a:t> </a:t>
            </a:r>
            <a:r>
              <a:rPr lang="en-US" b="1" dirty="0" err="1"/>
              <a:t>lý</a:t>
            </a:r>
            <a:r>
              <a:rPr lang="en-US" b="1" dirty="0"/>
              <a:t> lot </a:t>
            </a:r>
            <a:r>
              <a:rPr lang="en-US" b="1" dirty="0" err="1"/>
              <a:t>kiểm</a:t>
            </a:r>
            <a:r>
              <a:rPr lang="en-US" b="1" dirty="0"/>
              <a:t> </a:t>
            </a:r>
            <a:r>
              <a:rPr lang="en-US" b="1" dirty="0" err="1"/>
              <a:t>tra</a:t>
            </a:r>
            <a:r>
              <a:rPr lang="en-US" b="1" dirty="0"/>
              <a:t> </a:t>
            </a:r>
            <a:r>
              <a:rPr lang="en-US" b="1" dirty="0" err="1"/>
              <a:t>sản</a:t>
            </a:r>
            <a:r>
              <a:rPr lang="en-US" b="1" dirty="0"/>
              <a:t> </a:t>
            </a:r>
            <a:r>
              <a:rPr lang="en-US" b="1" dirty="0" err="1"/>
              <a:t>phẩm</a:t>
            </a:r>
            <a:r>
              <a:rPr lang="en-US" b="1" dirty="0"/>
              <a:t>(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C510</a:t>
            </a:r>
            <a:r>
              <a:rPr lang="en-US" b="1" dirty="0"/>
              <a:t>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2242AF-A792-6BE5-E864-C09A139F43C6}"/>
              </a:ext>
            </a:extLst>
          </p:cNvPr>
          <p:cNvSpPr txBox="1"/>
          <p:nvPr/>
        </p:nvSpPr>
        <p:spPr>
          <a:xfrm>
            <a:off x="534924" y="3510884"/>
            <a:ext cx="569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D13658-E618-E602-ECAF-7AA84ACB321E}"/>
              </a:ext>
            </a:extLst>
          </p:cNvPr>
          <p:cNvSpPr txBox="1"/>
          <p:nvPr/>
        </p:nvSpPr>
        <p:spPr>
          <a:xfrm>
            <a:off x="603504" y="3880216"/>
            <a:ext cx="3243132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a) 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VVT_F3 )</a:t>
            </a:r>
          </a:p>
          <a:p>
            <a:pPr>
              <a:lnSpc>
                <a:spcPct val="150000"/>
              </a:lnSpc>
            </a:pPr>
            <a:endParaRPr lang="en-US" sz="14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-&gt;   Sau </a:t>
            </a:r>
            <a:r>
              <a:rPr lang="en-US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nhấn</a:t>
            </a: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1400" dirty="0"/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A22E2BB-A0B3-91E5-63D8-9FCD0D41F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160" y="5645768"/>
            <a:ext cx="352425" cy="3143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89E6FE2-7C83-6DF6-9AD5-109D434E2AC5}"/>
              </a:ext>
            </a:extLst>
          </p:cNvPr>
          <p:cNvSpPr txBox="1"/>
          <p:nvPr/>
        </p:nvSpPr>
        <p:spPr>
          <a:xfrm>
            <a:off x="603504" y="1169790"/>
            <a:ext cx="3415852" cy="23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lot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lắp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ráp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lot OQC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lot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lắp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ráp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lot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OQC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lot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lắp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rap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OQC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thấy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Lot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lắp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ráp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nên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kí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627BA4-D245-3FA5-0417-A7E936035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7936" y="1216152"/>
            <a:ext cx="7840412" cy="5096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170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72465-4527-E368-CA8A-FEE353EA7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DD9BD99-4C3F-9F2C-4258-262EF661E7DD}"/>
              </a:ext>
            </a:extLst>
          </p:cNvPr>
          <p:cNvSpPr txBox="1"/>
          <p:nvPr/>
        </p:nvSpPr>
        <p:spPr>
          <a:xfrm>
            <a:off x="399288" y="425546"/>
            <a:ext cx="569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B147D6-82A3-EEAF-B1C4-92E35CC0E692}"/>
              </a:ext>
            </a:extLst>
          </p:cNvPr>
          <p:cNvSpPr txBox="1"/>
          <p:nvPr/>
        </p:nvSpPr>
        <p:spPr>
          <a:xfrm>
            <a:off x="425487" y="1176634"/>
            <a:ext cx="2439163" cy="19926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b1. 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b2.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phế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b3.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save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54E2B0-64C5-7961-8FAD-F59C2B393D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1101" y="2837359"/>
            <a:ext cx="438156" cy="33193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A5BE272-631F-714C-C873-097AC15356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2650" y="1254733"/>
            <a:ext cx="266700" cy="2571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D5636AD-4580-3125-1DD3-B1E57332CF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8950" y="794878"/>
            <a:ext cx="8658225" cy="543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022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0ECD6-65EA-965E-F2B1-83A514F3B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986FC-717C-9B6A-17A5-3AFEA8785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393192"/>
            <a:ext cx="11256264" cy="822960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b="1" dirty="0"/>
              <a:t>III. </a:t>
            </a:r>
            <a:r>
              <a:rPr lang="en-US" b="1" dirty="0" err="1"/>
              <a:t>Kiểm</a:t>
            </a:r>
            <a:r>
              <a:rPr lang="en-US" b="1" dirty="0"/>
              <a:t> </a:t>
            </a:r>
            <a:r>
              <a:rPr lang="en-US" b="1" dirty="0" err="1"/>
              <a:t>tra</a:t>
            </a:r>
            <a:r>
              <a:rPr lang="en-US" b="1" dirty="0"/>
              <a:t> </a:t>
            </a:r>
            <a:r>
              <a:rPr lang="en-US" b="1" dirty="0" err="1"/>
              <a:t>sản</a:t>
            </a:r>
            <a:r>
              <a:rPr lang="en-US" b="1" dirty="0"/>
              <a:t> </a:t>
            </a:r>
            <a:r>
              <a:rPr lang="en-US" b="1" dirty="0" err="1"/>
              <a:t>phẩm</a:t>
            </a:r>
            <a:r>
              <a:rPr lang="en-US" b="1" dirty="0"/>
              <a:t> </a:t>
            </a:r>
            <a:r>
              <a:rPr lang="en-US" b="1" dirty="0" err="1"/>
              <a:t>theo</a:t>
            </a:r>
            <a:r>
              <a:rPr lang="en-US" b="1" dirty="0"/>
              <a:t> </a:t>
            </a:r>
            <a:r>
              <a:rPr lang="en-US" b="1" dirty="0" err="1"/>
              <a:t>từng</a:t>
            </a:r>
            <a:r>
              <a:rPr lang="en-US" b="1" dirty="0"/>
              <a:t> (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C530</a:t>
            </a:r>
            <a:r>
              <a:rPr lang="en-US" b="1" dirty="0"/>
              <a:t>)</a:t>
            </a:r>
            <a:br>
              <a:rPr lang="en-US" b="1" dirty="0"/>
            </a:br>
            <a:r>
              <a:rPr lang="en-US" b="1" dirty="0"/>
              <a:t>				</a:t>
            </a:r>
            <a:r>
              <a:rPr lang="en-US" sz="1800" b="1" dirty="0">
                <a:solidFill>
                  <a:srgbClr val="FF0000"/>
                </a:solidFill>
              </a:rPr>
              <a:t>(</a:t>
            </a:r>
            <a:r>
              <a:rPr lang="en-US" sz="1800" b="1" dirty="0" err="1">
                <a:solidFill>
                  <a:srgbClr val="FF0000"/>
                </a:solidFill>
              </a:rPr>
              <a:t>nhập</a:t>
            </a:r>
            <a:r>
              <a:rPr lang="en-US" sz="1800" b="1" dirty="0">
                <a:solidFill>
                  <a:srgbClr val="FF0000"/>
                </a:solidFill>
              </a:rPr>
              <a:t> </a:t>
            </a:r>
            <a:r>
              <a:rPr lang="en-US" sz="1800" b="1" dirty="0" err="1">
                <a:solidFill>
                  <a:srgbClr val="FF0000"/>
                </a:solidFill>
              </a:rPr>
              <a:t>kho</a:t>
            </a:r>
            <a:r>
              <a:rPr lang="en-US" sz="1800" b="1" dirty="0">
                <a:solidFill>
                  <a:srgbClr val="FF0000"/>
                </a:solidFill>
              </a:rPr>
              <a:t>)</a:t>
            </a:r>
            <a:r>
              <a:rPr lang="en-US" sz="1800" b="1" dirty="0"/>
              <a:t>	</a:t>
            </a:r>
            <a:endParaRPr lang="en-US" sz="18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F79C63-CC0D-E460-8BF1-A027897E706C}"/>
              </a:ext>
            </a:extLst>
          </p:cNvPr>
          <p:cNvSpPr txBox="1"/>
          <p:nvPr/>
        </p:nvSpPr>
        <p:spPr>
          <a:xfrm>
            <a:off x="534924" y="2914738"/>
            <a:ext cx="569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171EFB-B640-D6E8-4111-22453D96D983}"/>
              </a:ext>
            </a:extLst>
          </p:cNvPr>
          <p:cNvSpPr txBox="1"/>
          <p:nvPr/>
        </p:nvSpPr>
        <p:spPr>
          <a:xfrm>
            <a:off x="603504" y="3284070"/>
            <a:ext cx="2914580" cy="25699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a) 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endParaRPr lang="en-US" sz="14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- 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barcode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endParaRPr lang="en-US" sz="14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4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4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-&gt;   Sau </a:t>
            </a:r>
            <a:r>
              <a:rPr lang="en-US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nhấn</a:t>
            </a: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1400" dirty="0"/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7A364D6-48CF-87F2-6B79-1583CF5796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168" y="5216000"/>
            <a:ext cx="352425" cy="3143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6A48805-7642-A7A8-34EA-7327BB97F4DA}"/>
              </a:ext>
            </a:extLst>
          </p:cNvPr>
          <p:cNvSpPr txBox="1"/>
          <p:nvPr/>
        </p:nvSpPr>
        <p:spPr>
          <a:xfrm>
            <a:off x="603504" y="1169790"/>
            <a:ext cx="3415852" cy="16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Đây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lot do C510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lot OQC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Lot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C510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EB8BD1-A732-A657-2B36-3CCC921485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5432" y="1216152"/>
            <a:ext cx="7894336" cy="4846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941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00633-0CA4-6593-3CF8-849E71B12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36B7589-9621-8158-68F3-6F93A4A9FFDA}"/>
              </a:ext>
            </a:extLst>
          </p:cNvPr>
          <p:cNvSpPr txBox="1"/>
          <p:nvPr/>
        </p:nvSpPr>
        <p:spPr>
          <a:xfrm>
            <a:off x="399288" y="425546"/>
            <a:ext cx="569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D1D4CA-5961-1532-71E8-195EC51FB35D}"/>
              </a:ext>
            </a:extLst>
          </p:cNvPr>
          <p:cNvSpPr txBox="1"/>
          <p:nvPr/>
        </p:nvSpPr>
        <p:spPr>
          <a:xfrm>
            <a:off x="425487" y="1176634"/>
            <a:ext cx="2439163" cy="19926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b1.  Sau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barcode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b3. 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save         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D8C779B-CC45-1B68-6A37-8FC86BFF9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8220" y="2551002"/>
            <a:ext cx="374403" cy="28363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4EFB3BB-27F4-4542-22DF-2D86342BB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2065" y="610212"/>
            <a:ext cx="9019426" cy="5313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1387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FD3B1-003C-6F33-95F4-6E24D7E92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36658-A988-3FD6-7362-F4B883DD3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270921"/>
            <a:ext cx="11256264" cy="82296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III. </a:t>
            </a:r>
            <a:r>
              <a:rPr lang="en-US" b="1" dirty="0" err="1"/>
              <a:t>Lịch</a:t>
            </a:r>
            <a:r>
              <a:rPr lang="en-US" b="1" dirty="0"/>
              <a:t> </a:t>
            </a:r>
            <a:r>
              <a:rPr lang="en-US" b="1" dirty="0" err="1"/>
              <a:t>sử</a:t>
            </a:r>
            <a:r>
              <a:rPr lang="en-US" b="1" dirty="0"/>
              <a:t> </a:t>
            </a:r>
            <a:r>
              <a:rPr lang="en-US" b="1" dirty="0" err="1"/>
              <a:t>kiểm</a:t>
            </a:r>
            <a:r>
              <a:rPr lang="en-US" b="1" dirty="0"/>
              <a:t> </a:t>
            </a:r>
            <a:r>
              <a:rPr lang="en-US" b="1" dirty="0" err="1"/>
              <a:t>tra</a:t>
            </a:r>
            <a:r>
              <a:rPr lang="en-US" b="1" dirty="0"/>
              <a:t> </a:t>
            </a:r>
            <a:r>
              <a:rPr lang="en-US" b="1" dirty="0" err="1"/>
              <a:t>sản</a:t>
            </a:r>
            <a:r>
              <a:rPr lang="en-US" b="1" dirty="0"/>
              <a:t> </a:t>
            </a:r>
            <a:r>
              <a:rPr lang="en-US" b="1" dirty="0" err="1"/>
              <a:t>xuất</a:t>
            </a:r>
            <a:r>
              <a:rPr lang="en-US" b="1" dirty="0"/>
              <a:t> (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C540</a:t>
            </a:r>
            <a:r>
              <a:rPr lang="en-US" b="1" dirty="0"/>
              <a:t>) </a:t>
            </a:r>
            <a:br>
              <a:rPr lang="en-US" b="1" dirty="0"/>
            </a:br>
            <a:r>
              <a:rPr lang="en-US" b="1" dirty="0"/>
              <a:t>				</a:t>
            </a:r>
            <a:r>
              <a:rPr lang="en-US" sz="1800" b="1" dirty="0">
                <a:solidFill>
                  <a:srgbClr val="FF0000"/>
                </a:solidFill>
              </a:rPr>
              <a:t> (</a:t>
            </a:r>
            <a:r>
              <a:rPr lang="en-US" sz="1800" b="1" dirty="0" err="1">
                <a:solidFill>
                  <a:srgbClr val="FF0000"/>
                </a:solidFill>
              </a:rPr>
              <a:t>nhập</a:t>
            </a:r>
            <a:r>
              <a:rPr lang="en-US" sz="1800" b="1" dirty="0">
                <a:solidFill>
                  <a:srgbClr val="FF0000"/>
                </a:solidFill>
              </a:rPr>
              <a:t> </a:t>
            </a:r>
            <a:r>
              <a:rPr lang="en-US" sz="1800" b="1" dirty="0" err="1">
                <a:solidFill>
                  <a:srgbClr val="FF0000"/>
                </a:solidFill>
              </a:rPr>
              <a:t>kho</a:t>
            </a:r>
            <a:r>
              <a:rPr lang="en-US" sz="1800" b="1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50E7B4-F61F-860D-AB50-F7631B3D756C}"/>
              </a:ext>
            </a:extLst>
          </p:cNvPr>
          <p:cNvSpPr txBox="1"/>
          <p:nvPr/>
        </p:nvSpPr>
        <p:spPr>
          <a:xfrm>
            <a:off x="563551" y="2068403"/>
            <a:ext cx="569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DB8183-DC91-50CB-21B6-D0C03D73FCE8}"/>
              </a:ext>
            </a:extLst>
          </p:cNvPr>
          <p:cNvSpPr txBox="1"/>
          <p:nvPr/>
        </p:nvSpPr>
        <p:spPr>
          <a:xfrm>
            <a:off x="563551" y="2531986"/>
            <a:ext cx="3288016" cy="19236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a) 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endParaRPr lang="en-US" sz="14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- 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VVT_F3 )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-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barcode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-&gt;   Sau </a:t>
            </a:r>
            <a:r>
              <a:rPr lang="en-US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nhấn</a:t>
            </a: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1400" dirty="0"/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8343255-FD38-47D3-E4EB-D3B819D1EB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8024" y="4607409"/>
            <a:ext cx="352425" cy="3143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BAC5902-39CE-B41B-195E-FA47F0C9FEB3}"/>
              </a:ext>
            </a:extLst>
          </p:cNvPr>
          <p:cNvSpPr txBox="1"/>
          <p:nvPr/>
        </p:nvSpPr>
        <p:spPr>
          <a:xfrm>
            <a:off x="603504" y="1169790"/>
            <a:ext cx="3415852" cy="7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Lịch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C530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C070B8-8CA3-7B17-37FA-BD3140A1E8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3364" y="1216152"/>
            <a:ext cx="7845085" cy="4853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4876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51937-958A-7042-2397-C9BC7D7CA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CF24B-3C59-32E2-B2E6-853D03658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393192"/>
            <a:ext cx="11256264" cy="822960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b="1" dirty="0"/>
              <a:t>III. </a:t>
            </a:r>
            <a:r>
              <a:rPr lang="en-US" b="1" dirty="0" err="1"/>
              <a:t>Kiểm</a:t>
            </a:r>
            <a:r>
              <a:rPr lang="en-US" b="1" dirty="0"/>
              <a:t> </a:t>
            </a:r>
            <a:r>
              <a:rPr lang="en-US" b="1" dirty="0" err="1"/>
              <a:t>tra</a:t>
            </a:r>
            <a:r>
              <a:rPr lang="en-US" b="1" dirty="0"/>
              <a:t> </a:t>
            </a:r>
            <a:r>
              <a:rPr lang="en-US" b="1" dirty="0" err="1"/>
              <a:t>sản</a:t>
            </a:r>
            <a:r>
              <a:rPr lang="en-US" b="1" dirty="0"/>
              <a:t> </a:t>
            </a:r>
            <a:r>
              <a:rPr lang="en-US" b="1" dirty="0" err="1"/>
              <a:t>phẩm</a:t>
            </a:r>
            <a:r>
              <a:rPr lang="en-US" b="1" dirty="0"/>
              <a:t> </a:t>
            </a:r>
            <a:r>
              <a:rPr lang="en-US" b="1" dirty="0" err="1"/>
              <a:t>theo</a:t>
            </a:r>
            <a:r>
              <a:rPr lang="en-US" b="1" dirty="0"/>
              <a:t> </a:t>
            </a:r>
            <a:r>
              <a:rPr lang="en-US" b="1" dirty="0" err="1"/>
              <a:t>từng</a:t>
            </a:r>
            <a:r>
              <a:rPr lang="en-US" b="1" dirty="0"/>
              <a:t> (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C546</a:t>
            </a:r>
            <a:r>
              <a:rPr lang="en-US" b="1" dirty="0"/>
              <a:t>)</a:t>
            </a:r>
            <a:br>
              <a:rPr lang="en-US" b="1" dirty="0"/>
            </a:br>
            <a:r>
              <a:rPr lang="en-US" b="1" dirty="0"/>
              <a:t>				</a:t>
            </a:r>
            <a:r>
              <a:rPr lang="en-US" sz="1800" b="1" dirty="0">
                <a:solidFill>
                  <a:srgbClr val="FF0000"/>
                </a:solidFill>
              </a:rPr>
              <a:t>(</a:t>
            </a:r>
            <a:r>
              <a:rPr lang="en-US" sz="1800" b="1" dirty="0" err="1">
                <a:solidFill>
                  <a:srgbClr val="FF0000"/>
                </a:solidFill>
              </a:rPr>
              <a:t>Xuất</a:t>
            </a:r>
            <a:r>
              <a:rPr lang="en-US" sz="1800" b="1" dirty="0">
                <a:solidFill>
                  <a:srgbClr val="FF0000"/>
                </a:solidFill>
              </a:rPr>
              <a:t> </a:t>
            </a:r>
            <a:r>
              <a:rPr lang="en-US" sz="1800" b="1" dirty="0" err="1">
                <a:solidFill>
                  <a:srgbClr val="FF0000"/>
                </a:solidFill>
              </a:rPr>
              <a:t>kho</a:t>
            </a:r>
            <a:r>
              <a:rPr lang="en-US" sz="1800" b="1" dirty="0">
                <a:solidFill>
                  <a:srgbClr val="FF0000"/>
                </a:solidFill>
              </a:rPr>
              <a:t>)</a:t>
            </a:r>
            <a:r>
              <a:rPr lang="en-US" sz="1800" b="1" dirty="0"/>
              <a:t>	</a:t>
            </a:r>
            <a:endParaRPr lang="en-US" sz="18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951266-3660-5DB3-A3C8-A22B70FD51E3}"/>
              </a:ext>
            </a:extLst>
          </p:cNvPr>
          <p:cNvSpPr txBox="1"/>
          <p:nvPr/>
        </p:nvSpPr>
        <p:spPr>
          <a:xfrm>
            <a:off x="534924" y="2914738"/>
            <a:ext cx="569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ECE82E-ECEC-F17B-71A8-3B9C2E9220B0}"/>
              </a:ext>
            </a:extLst>
          </p:cNvPr>
          <p:cNvSpPr txBox="1"/>
          <p:nvPr/>
        </p:nvSpPr>
        <p:spPr>
          <a:xfrm>
            <a:off x="468700" y="3284070"/>
            <a:ext cx="3342882" cy="1923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a) 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endParaRPr lang="en-US" sz="14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- 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barcode</a:t>
            </a:r>
          </a:p>
          <a:p>
            <a:pPr>
              <a:lnSpc>
                <a:spcPct val="150000"/>
              </a:lnSpc>
            </a:pPr>
            <a:endParaRPr lang="en-US" sz="14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-&gt;   Sau </a:t>
            </a:r>
            <a:r>
              <a:rPr lang="en-US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nhấn</a:t>
            </a: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1400" dirty="0"/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AC29B22-B2FF-D7EA-42B7-D933D78F9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008" y="4605146"/>
            <a:ext cx="352425" cy="3143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E1009B3-4CC7-EDD6-1194-85EE65237EAF}"/>
              </a:ext>
            </a:extLst>
          </p:cNvPr>
          <p:cNvSpPr txBox="1"/>
          <p:nvPr/>
        </p:nvSpPr>
        <p:spPr>
          <a:xfrm>
            <a:off x="603504" y="1169790"/>
            <a:ext cx="3415852" cy="16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Đây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lot do C510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ESR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lot OQC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Lot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C510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35168E-11CB-998D-73FE-81E12FFB3F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4274" y="1216152"/>
            <a:ext cx="7642802" cy="5338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3268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E01E1-63A1-B955-2630-0E32FDFD1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9966B16-D5A0-3E32-0683-D9AEC578D685}"/>
              </a:ext>
            </a:extLst>
          </p:cNvPr>
          <p:cNvSpPr txBox="1"/>
          <p:nvPr/>
        </p:nvSpPr>
        <p:spPr>
          <a:xfrm>
            <a:off x="399288" y="425546"/>
            <a:ext cx="569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1BC94B-606E-38E3-2DF6-8D24D2E61C60}"/>
              </a:ext>
            </a:extLst>
          </p:cNvPr>
          <p:cNvSpPr txBox="1"/>
          <p:nvPr/>
        </p:nvSpPr>
        <p:spPr>
          <a:xfrm>
            <a:off x="425487" y="1176634"/>
            <a:ext cx="2439163" cy="16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b1.  Sau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barcode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ESR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b3. 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save         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0C42E5D-0B01-B74A-5EAE-0E7AD0607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076" y="2249250"/>
            <a:ext cx="374403" cy="28363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56FCB50-B887-A1EA-AE54-9E308A14E6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3527" y="425546"/>
            <a:ext cx="8630412" cy="6077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289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19A3E-6523-5545-C2F2-8C796985D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D3BA372-9B11-1185-1D03-BC6958CABC60}"/>
              </a:ext>
            </a:extLst>
          </p:cNvPr>
          <p:cNvSpPr txBox="1"/>
          <p:nvPr/>
        </p:nvSpPr>
        <p:spPr>
          <a:xfrm>
            <a:off x="563551" y="2068403"/>
            <a:ext cx="569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68B43E-519F-8A00-523F-EC8A1AE4E959}"/>
              </a:ext>
            </a:extLst>
          </p:cNvPr>
          <p:cNvSpPr txBox="1"/>
          <p:nvPr/>
        </p:nvSpPr>
        <p:spPr>
          <a:xfrm>
            <a:off x="563551" y="2531986"/>
            <a:ext cx="2953053" cy="19236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a) 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endParaRPr lang="en-US" sz="14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- 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barcode</a:t>
            </a:r>
          </a:p>
          <a:p>
            <a:pPr>
              <a:lnSpc>
                <a:spcPct val="150000"/>
              </a:lnSpc>
            </a:pPr>
            <a:endParaRPr lang="en-US" sz="14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-&gt;   Sau </a:t>
            </a:r>
            <a:r>
              <a:rPr lang="en-US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nhấn</a:t>
            </a: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1400" dirty="0"/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4CB2748-CFA2-654F-D43B-1605F9DAB0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0592" y="3878477"/>
            <a:ext cx="352425" cy="3143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8749D6F-6C2D-4E09-F62F-1236A0C59D33}"/>
              </a:ext>
            </a:extLst>
          </p:cNvPr>
          <p:cNvSpPr txBox="1"/>
          <p:nvPr/>
        </p:nvSpPr>
        <p:spPr>
          <a:xfrm>
            <a:off x="563551" y="1212455"/>
            <a:ext cx="3415852" cy="7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Lịch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C546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5DD8C35-400A-9675-A5B4-1E878C908520}"/>
              </a:ext>
            </a:extLst>
          </p:cNvPr>
          <p:cNvSpPr txBox="1">
            <a:spLocks/>
          </p:cNvSpPr>
          <p:nvPr/>
        </p:nvSpPr>
        <p:spPr>
          <a:xfrm>
            <a:off x="603504" y="393192"/>
            <a:ext cx="11256264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2800" kern="1200" cap="all" spc="5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b="1" dirty="0"/>
              <a:t>III. </a:t>
            </a:r>
            <a:r>
              <a:rPr lang="en-US" b="1" dirty="0" err="1"/>
              <a:t>Kiểm</a:t>
            </a:r>
            <a:r>
              <a:rPr lang="en-US" b="1" dirty="0"/>
              <a:t> </a:t>
            </a:r>
            <a:r>
              <a:rPr lang="en-US" b="1" dirty="0" err="1"/>
              <a:t>tra</a:t>
            </a:r>
            <a:r>
              <a:rPr lang="en-US" b="1" dirty="0"/>
              <a:t> </a:t>
            </a:r>
            <a:r>
              <a:rPr lang="en-US" b="1" dirty="0" err="1"/>
              <a:t>kiểm</a:t>
            </a:r>
            <a:r>
              <a:rPr lang="en-US" b="1" dirty="0"/>
              <a:t> </a:t>
            </a:r>
            <a:r>
              <a:rPr lang="en-US" b="1" dirty="0" err="1"/>
              <a:t>tra</a:t>
            </a:r>
            <a:r>
              <a:rPr lang="en-US" b="1" dirty="0"/>
              <a:t> </a:t>
            </a:r>
            <a:r>
              <a:rPr lang="en-US" b="1" dirty="0" err="1"/>
              <a:t>từng</a:t>
            </a:r>
            <a:r>
              <a:rPr lang="en-US" b="1" dirty="0"/>
              <a:t> </a:t>
            </a:r>
            <a:r>
              <a:rPr lang="en-US" b="1" dirty="0" err="1"/>
              <a:t>mẫu</a:t>
            </a:r>
            <a:r>
              <a:rPr lang="en-US" b="1" dirty="0"/>
              <a:t>(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C541</a:t>
            </a:r>
            <a:r>
              <a:rPr lang="en-US" b="1" dirty="0"/>
              <a:t>)</a:t>
            </a:r>
            <a:br>
              <a:rPr lang="en-US" b="1" dirty="0"/>
            </a:br>
            <a:r>
              <a:rPr lang="en-US" b="1" dirty="0"/>
              <a:t>				</a:t>
            </a:r>
            <a:r>
              <a:rPr lang="en-US" sz="1800" b="1" dirty="0">
                <a:solidFill>
                  <a:srgbClr val="FF0000"/>
                </a:solidFill>
              </a:rPr>
              <a:t>(</a:t>
            </a:r>
            <a:r>
              <a:rPr lang="en-US" sz="1800" b="1" dirty="0" err="1">
                <a:solidFill>
                  <a:srgbClr val="FF0000"/>
                </a:solidFill>
              </a:rPr>
              <a:t>Xuất</a:t>
            </a:r>
            <a:r>
              <a:rPr lang="en-US" sz="1800" b="1" dirty="0">
                <a:solidFill>
                  <a:srgbClr val="FF0000"/>
                </a:solidFill>
              </a:rPr>
              <a:t> </a:t>
            </a:r>
            <a:r>
              <a:rPr lang="en-US" sz="1800" b="1" dirty="0" err="1">
                <a:solidFill>
                  <a:srgbClr val="FF0000"/>
                </a:solidFill>
              </a:rPr>
              <a:t>kho</a:t>
            </a:r>
            <a:r>
              <a:rPr lang="en-US" sz="1800" b="1" dirty="0">
                <a:solidFill>
                  <a:srgbClr val="FF0000"/>
                </a:solidFill>
              </a:rPr>
              <a:t>)</a:t>
            </a:r>
            <a:r>
              <a:rPr lang="en-US" sz="1800" b="1" dirty="0"/>
              <a:t>	</a:t>
            </a:r>
            <a:endParaRPr lang="en-US" sz="1800" b="1" dirty="0">
              <a:solidFill>
                <a:srgbClr val="FF0000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5A9B4FA-5640-12FA-35F1-7829E69E42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3370" y="1212455"/>
            <a:ext cx="7956759" cy="5332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841226"/>
      </p:ext>
    </p:extLst>
  </p:cSld>
  <p:clrMapOvr>
    <a:masterClrMapping/>
  </p:clrMapOvr>
</p:sld>
</file>

<file path=ppt/theme/theme1.xml><?xml version="1.0" encoding="utf-8"?>
<a:theme xmlns:a="http://schemas.openxmlformats.org/drawingml/2006/main" name="PoiseVTI">
  <a:themeElements>
    <a:clrScheme name="Poise">
      <a:dk1>
        <a:sysClr val="windowText" lastClr="000000"/>
      </a:dk1>
      <a:lt1>
        <a:sysClr val="window" lastClr="FFFFFF"/>
      </a:lt1>
      <a:dk2>
        <a:srgbClr val="403739"/>
      </a:dk2>
      <a:lt2>
        <a:srgbClr val="F4E9E6"/>
      </a:lt2>
      <a:accent1>
        <a:srgbClr val="B18083"/>
      </a:accent1>
      <a:accent2>
        <a:srgbClr val="C17A69"/>
      </a:accent2>
      <a:accent3>
        <a:srgbClr val="CE9573"/>
      </a:accent3>
      <a:accent4>
        <a:srgbClr val="82907A"/>
      </a:accent4>
      <a:accent5>
        <a:srgbClr val="9A9966"/>
      </a:accent5>
      <a:accent6>
        <a:srgbClr val="AB9955"/>
      </a:accent6>
      <a:hlink>
        <a:srgbClr val="A97979"/>
      </a:hlink>
      <a:folHlink>
        <a:srgbClr val="BB7563"/>
      </a:folHlink>
    </a:clrScheme>
    <a:fontScheme name="Goudy Univers">
      <a:majorFont>
        <a:latin typeface="Goudy Old Style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iseVTI" id="{9843863B-6720-4231-BFE7-E604B355382A}" vid="{6C5B2780-C73E-445D-98DA-9D2BCD7897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1825</TotalTime>
  <Words>757</Words>
  <Application>Microsoft Office PowerPoint</Application>
  <PresentationFormat>Widescreen</PresentationFormat>
  <Paragraphs>91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Goudy Old Style</vt:lpstr>
      <vt:lpstr>Times New Roman</vt:lpstr>
      <vt:lpstr>Univers Light</vt:lpstr>
      <vt:lpstr>PoiseVTI</vt:lpstr>
      <vt:lpstr>Quy Trình nhập Liệu QC</vt:lpstr>
      <vt:lpstr>I. Quản LÝ hạng mục/Nhóm kiểm tra IQC và OQC</vt:lpstr>
      <vt:lpstr>PowerPoint Presentation</vt:lpstr>
      <vt:lpstr>PowerPoint Presentation</vt:lpstr>
      <vt:lpstr>PowerPoint Presentation</vt:lpstr>
      <vt:lpstr>II.Thiết lập Hạng mục theo từng sản phẩm(C151)</vt:lpstr>
      <vt:lpstr>PowerPoint Presentation</vt:lpstr>
      <vt:lpstr>III. Quản lý lot kiểm tra sản phẩm(C510)</vt:lpstr>
      <vt:lpstr>PowerPoint Presentation</vt:lpstr>
      <vt:lpstr>III. Kiểm tra sản phẩm theo từng (C530)     (nhập kho) </vt:lpstr>
      <vt:lpstr>PowerPoint Presentation</vt:lpstr>
      <vt:lpstr>III. Lịch sử kiểm tra sản xuất (C540)       (nhập kho)</vt:lpstr>
      <vt:lpstr>III. Kiểm tra sản phẩm theo từng (C546)     (Xuất kho)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Tech13 Vina</dc:creator>
  <cp:lastModifiedBy>Tech13 Vina</cp:lastModifiedBy>
  <cp:revision>6</cp:revision>
  <dcterms:created xsi:type="dcterms:W3CDTF">2024-11-11T07:28:55Z</dcterms:created>
  <dcterms:modified xsi:type="dcterms:W3CDTF">2024-11-13T10:49:12Z</dcterms:modified>
</cp:coreProperties>
</file>