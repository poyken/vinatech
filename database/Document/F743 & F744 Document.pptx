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4" r:id="rId3"/>
    <p:sldId id="258" r:id="rId4"/>
    <p:sldId id="259" r:id="rId5"/>
    <p:sldId id="267" r:id="rId6"/>
    <p:sldId id="266" r:id="rId7"/>
    <p:sldId id="268" r:id="rId8"/>
    <p:sldId id="269" r:id="rId9"/>
    <p:sldId id="271" r:id="rId10"/>
    <p:sldId id="275" r:id="rId11"/>
    <p:sldId id="272" r:id="rId12"/>
    <p:sldId id="274" r:id="rId13"/>
    <p:sldId id="273" r:id="rId14"/>
    <p:sldId id="276" r:id="rId15"/>
    <p:sldId id="277" r:id="rId16"/>
    <p:sldId id="278" r:id="rId17"/>
    <p:sldId id="279" r:id="rId18"/>
    <p:sldId id="280" r:id="rId19"/>
    <p:sldId id="282" r:id="rId20"/>
    <p:sldId id="281" r:id="rId21"/>
    <p:sldId id="283" r:id="rId2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D099B-E8E5-4012-87DA-77BA3BFF38D3}" v="664" dt="2024-12-11T02:30:25.240"/>
    <p1510:client id="{86F0C600-9268-3E83-70B9-1984B4A03ABE}" v="23" dt="2024-12-11T02:54:06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D89F8-A875-40C4-9AB5-E441776CCFBA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33E95-CE26-4E59-A4CE-147368E53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2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43C9-5A64-43BB-9E26-D2EDE6D25D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87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5BA8-19BA-A6BB-1428-24F1C93BB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F0BFE-E8B3-E0D3-1864-A87B78F37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54BBD-F7BC-C531-AA3C-87CE5216F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A8069-98F6-E3CC-979A-5B24C9EBD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43C9-5A64-43BB-9E26-D2EDE6D25D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04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07/03/2026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1F68723B-C97E-CF83-CCE1-19C8C6ECC95A}"/>
              </a:ext>
            </a:extLst>
          </p:cNvPr>
          <p:cNvGrpSpPr/>
          <p:nvPr/>
        </p:nvGrpSpPr>
        <p:grpSpPr>
          <a:xfrm>
            <a:off x="0" y="0"/>
            <a:ext cx="12192000" cy="7030720"/>
            <a:chOff x="0" y="0"/>
            <a:chExt cx="4816593" cy="62166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0E053072-CC4F-2134-25E3-CF41C518647B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56F3F5FA-2668-320B-12D3-D5F5E7D71BB6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latin typeface="Times New Roman"/>
                <a:cs typeface="Times New Roman"/>
              </a:rPr>
              <a:t>Hướng dẫn màn </a:t>
            </a:r>
            <a:r>
              <a:rPr lang="en-US" dirty="0">
                <a:latin typeface="Times New Roman"/>
                <a:cs typeface="Times New Roman"/>
              </a:rPr>
              <a:t>F744</a:t>
            </a:r>
            <a:endParaRPr lang="vi-VN" dirty="0">
              <a:latin typeface="Times New Roman"/>
              <a:cs typeface="Times New Roman"/>
            </a:endParaRP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vi-VN" dirty="0"/>
          </a:p>
          <a:p>
            <a:r>
              <a:rPr lang="en-US" dirty="0">
                <a:latin typeface="Arial"/>
                <a:cs typeface="Arial"/>
              </a:rPr>
              <a:t>F744</a:t>
            </a:r>
            <a:r>
              <a:rPr lang="vi-VN" dirty="0">
                <a:latin typeface="Arial"/>
                <a:cs typeface="Arial"/>
              </a:rPr>
              <a:t> – </a:t>
            </a:r>
            <a:r>
              <a:rPr lang="en-US" dirty="0" err="1">
                <a:latin typeface="Arial"/>
                <a:cs typeface="Arial"/>
              </a:rPr>
              <a:t>Thiết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lập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chiều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rộng</a:t>
            </a:r>
            <a:r>
              <a:rPr lang="en-US" dirty="0">
                <a:latin typeface="Arial"/>
                <a:cs typeface="Arial"/>
              </a:rPr>
              <a:t> Slitting</a:t>
            </a:r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703072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5" name="Chỗ dành sẵn cho Nội dung 2">
            <a:extLst>
              <a:ext uri="{FF2B5EF4-FFF2-40B4-BE49-F238E27FC236}">
                <a16:creationId xmlns:a16="http://schemas.microsoft.com/office/drawing/2014/main" id="{CFFDA7A7-C0B2-DFCE-00D3-228A3EBDF5A5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Click biểu tượng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để hiện lên cửa sổ tìm kiếm. Nhập </a:t>
            </a:r>
            <a:r>
              <a:rPr lang="en-US" sz="1800" dirty="0">
                <a:latin typeface="Arial"/>
                <a:cs typeface="Arial"/>
              </a:rPr>
              <a:t>F744</a:t>
            </a:r>
            <a:r>
              <a:rPr lang="vi-VN" sz="1800" dirty="0">
                <a:latin typeface="Arial"/>
                <a:cs typeface="Arial"/>
              </a:rPr>
              <a:t> tại ô tìm kiếm, màn hình </a:t>
            </a:r>
            <a:r>
              <a:rPr lang="en-US" sz="1800" dirty="0">
                <a:latin typeface="Arial"/>
                <a:cs typeface="Arial"/>
              </a:rPr>
              <a:t>F744</a:t>
            </a:r>
            <a:r>
              <a:rPr lang="vi-VN" sz="1800" dirty="0">
                <a:latin typeface="Arial"/>
                <a:cs typeface="Arial"/>
              </a:rPr>
              <a:t> hiện lên. </a:t>
            </a: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Click vào </a:t>
            </a:r>
            <a:r>
              <a:rPr lang="vi-VN" sz="1800" b="1" dirty="0">
                <a:latin typeface="Arial"/>
                <a:cs typeface="Arial"/>
              </a:rPr>
              <a:t>[</a:t>
            </a:r>
            <a:r>
              <a:rPr lang="en-US" sz="1800" b="1" dirty="0">
                <a:latin typeface="Arial"/>
                <a:cs typeface="Arial"/>
              </a:rPr>
              <a:t>F744</a:t>
            </a:r>
            <a:r>
              <a:rPr lang="vi-VN" sz="1800" b="1" dirty="0">
                <a:latin typeface="Arial"/>
                <a:cs typeface="Arial"/>
              </a:rPr>
              <a:t>] </a:t>
            </a:r>
            <a:r>
              <a:rPr lang="en-US" sz="1800" b="1" dirty="0" err="1">
                <a:latin typeface="Arial"/>
                <a:cs typeface="Arial"/>
              </a:rPr>
              <a:t>Thiết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lập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chiều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rộng</a:t>
            </a:r>
            <a:r>
              <a:rPr lang="en-US" sz="1800" b="1" dirty="0">
                <a:latin typeface="Arial"/>
                <a:cs typeface="Arial"/>
              </a:rPr>
              <a:t> Slitting </a:t>
            </a:r>
            <a:r>
              <a:rPr lang="vi-VN" sz="1800" dirty="0">
                <a:latin typeface="Arial"/>
                <a:cs typeface="Arial"/>
              </a:rPr>
              <a:t>để mở màn hình</a:t>
            </a:r>
            <a:endParaRPr lang="vi-VN" sz="1800" dirty="0"/>
          </a:p>
        </p:txBody>
      </p:sp>
      <p:pic>
        <p:nvPicPr>
          <p:cNvPr id="9" name="Hình ảnh 7">
            <a:extLst>
              <a:ext uri="{FF2B5EF4-FFF2-40B4-BE49-F238E27FC236}">
                <a16:creationId xmlns:a16="http://schemas.microsoft.com/office/drawing/2014/main" id="{E8E94D58-9110-CDAA-0094-0AF26F8C1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316" y="294920"/>
            <a:ext cx="444953" cy="4041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B73802-236E-6A7D-A5AA-8871E939F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5" y="1805361"/>
            <a:ext cx="11513510" cy="45030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>
            <a:extLst>
              <a:ext uri="{FF2B5EF4-FFF2-40B4-BE49-F238E27FC236}">
                <a16:creationId xmlns:a16="http://schemas.microsoft.com/office/drawing/2014/main" id="{53296EEB-F3D7-157C-B8BD-65D511C3EFC7}"/>
              </a:ext>
            </a:extLst>
          </p:cNvPr>
          <p:cNvGrpSpPr/>
          <p:nvPr/>
        </p:nvGrpSpPr>
        <p:grpSpPr>
          <a:xfrm>
            <a:off x="0" y="0"/>
            <a:ext cx="12192000" cy="7030720"/>
            <a:chOff x="0" y="0"/>
            <a:chExt cx="4816593" cy="621669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2AC01597-F78E-4178-D005-808853F5B895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6426516C-94E3-4E6E-25DB-E3E2B49EF906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0F3EEC45-0A1E-742F-3699-7FE8018D4C4A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Tại màn </a:t>
            </a:r>
            <a:r>
              <a:rPr lang="en-US" sz="1800" dirty="0">
                <a:latin typeface="Arial"/>
                <a:cs typeface="Arial"/>
              </a:rPr>
              <a:t>F744</a:t>
            </a:r>
            <a:r>
              <a:rPr lang="vi-VN" sz="1800" dirty="0">
                <a:latin typeface="Arial"/>
                <a:cs typeface="Arial"/>
              </a:rPr>
              <a:t>, click biểu tượng dấu tick màu xanh để tìm kiếm.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 Sau đó dữ liệu sẽ hiện ra.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A2978-68B3-C725-BCA0-D347103CFE47}"/>
              </a:ext>
            </a:extLst>
          </p:cNvPr>
          <p:cNvSpPr/>
          <p:nvPr/>
        </p:nvSpPr>
        <p:spPr>
          <a:xfrm>
            <a:off x="2992522" y="2849945"/>
            <a:ext cx="667434" cy="769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BF3C3-EBD7-0255-7FE8-7806C1190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25" y="1889317"/>
            <a:ext cx="2507197" cy="34597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EB5F7B-A099-2D12-BECF-CDDFBF2D2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956" y="1805361"/>
            <a:ext cx="8432104" cy="42262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160005-7438-5E6D-B8C3-EBC3782AD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50" y="302522"/>
            <a:ext cx="419158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3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A439094-0050-7E6F-61C2-5B95A8ABAD81}"/>
              </a:ext>
            </a:extLst>
          </p:cNvPr>
          <p:cNvGrpSpPr/>
          <p:nvPr/>
        </p:nvGrpSpPr>
        <p:grpSpPr>
          <a:xfrm>
            <a:off x="0" y="706516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B469DBC-E281-E020-B8C2-FCB284B98877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4C3E56-BAAC-BED2-A42E-18044FE2CF7E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C792A1B4-70B8-4DF9-070F-B1F2BFE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Times New Roman"/>
                <a:cs typeface="Times New Roman"/>
              </a:rPr>
              <a:t>Thêm </a:t>
            </a:r>
            <a:r>
              <a:rPr lang="en-US" dirty="0" err="1">
                <a:latin typeface="Times New Roman"/>
                <a:cs typeface="Times New Roman"/>
              </a:rPr>
              <a:t>thiết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lập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chiều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rộng</a:t>
            </a:r>
            <a:r>
              <a:rPr lang="en-US" dirty="0">
                <a:latin typeface="Times New Roman"/>
                <a:cs typeface="Times New Roman"/>
              </a:rPr>
              <a:t> foil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6441E402-59CA-E024-27F5-51915BB37928}"/>
              </a:ext>
            </a:extLst>
          </p:cNvPr>
          <p:cNvSpPr txBox="1">
            <a:spLocks/>
          </p:cNvSpPr>
          <p:nvPr/>
        </p:nvSpPr>
        <p:spPr>
          <a:xfrm>
            <a:off x="696736" y="707287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Tại góc trên bên phải, click vào hình dấu + để thêm </a:t>
            </a:r>
            <a:r>
              <a:rPr lang="en-US" sz="1600" dirty="0" err="1">
                <a:latin typeface="Arial"/>
                <a:cs typeface="Arial"/>
              </a:rPr>
              <a:t>thiết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lập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vi-VN" sz="1600" dirty="0">
                <a:latin typeface="Arial"/>
                <a:cs typeface="Arial"/>
              </a:rPr>
              <a:t>mới 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khi click, một dòng mới sẽ hiện ra.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Mã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nguyên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thiết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lập</a:t>
            </a:r>
            <a:r>
              <a:rPr lang="en-US" sz="1600" dirty="0">
                <a:latin typeface="Arial"/>
                <a:cs typeface="Arial"/>
              </a:rPr>
              <a:t>, </a:t>
            </a:r>
            <a:r>
              <a:rPr lang="en-US" sz="1600" dirty="0" err="1">
                <a:latin typeface="Arial"/>
                <a:cs typeface="Arial"/>
              </a:rPr>
              <a:t>sau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nhập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chiều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rộng</a:t>
            </a:r>
            <a:r>
              <a:rPr lang="en-US" sz="1600" dirty="0">
                <a:latin typeface="Arial"/>
                <a:cs typeface="Arial"/>
              </a:rPr>
              <a:t> (</a:t>
            </a:r>
            <a:r>
              <a:rPr lang="en-US" sz="1600" b="1" dirty="0">
                <a:latin typeface="Arial"/>
                <a:cs typeface="Arial"/>
              </a:rPr>
              <a:t>Width</a:t>
            </a:r>
            <a:r>
              <a:rPr lang="en-US" sz="1600" dirty="0">
                <a:latin typeface="Arial"/>
                <a:cs typeface="Arial"/>
              </a:rPr>
              <a:t>)</a:t>
            </a:r>
            <a:r>
              <a:rPr lang="vi-VN" sz="1600" dirty="0">
                <a:latin typeface="Arial"/>
                <a:cs typeface="Arial"/>
              </a:rPr>
              <a:t>.</a:t>
            </a:r>
          </a:p>
          <a:p>
            <a:pPr marL="0" indent="0">
              <a:buNone/>
            </a:pPr>
            <a:r>
              <a:rPr lang="en-US" sz="1600" dirty="0" err="1">
                <a:latin typeface="Arial"/>
                <a:cs typeface="Arial"/>
              </a:rPr>
              <a:t>Cuối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cùng</a:t>
            </a:r>
            <a:r>
              <a:rPr lang="en-US" sz="1600" dirty="0">
                <a:latin typeface="Arial"/>
                <a:cs typeface="Arial"/>
              </a:rPr>
              <a:t> click</a:t>
            </a:r>
            <a:r>
              <a:rPr lang="vi-VN" sz="1600" dirty="0">
                <a:latin typeface="Arial"/>
                <a:cs typeface="Arial"/>
              </a:rPr>
              <a:t> biểu tượng Save để hệ thống lưu lại kết quả </a:t>
            </a: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0B4C8AC2-5DB8-C4BA-2C8E-98B388657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521" y="665875"/>
            <a:ext cx="342900" cy="323850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D5D7E7C3-DC8E-CB76-C269-B54A473B2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839" y="1394258"/>
            <a:ext cx="382360" cy="303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A66E2B-FA1A-9A40-C10E-DD593BC40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39" y="1763444"/>
            <a:ext cx="10631661" cy="510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1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2E21-097E-BE4E-5E0C-B2D5F697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A6605AF-D5EA-3A6F-6114-5E173FE36E51}"/>
              </a:ext>
            </a:extLst>
          </p:cNvPr>
          <p:cNvGrpSpPr/>
          <p:nvPr/>
        </p:nvGrpSpPr>
        <p:grpSpPr>
          <a:xfrm>
            <a:off x="0" y="706516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0145A37-9A90-D624-EE34-F4EAFE39F536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A6AA3C-23B2-D83F-DF96-E9D5747581E5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7F27DE48-023F-2514-69FB-6BE04073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Sửa</a:t>
            </a:r>
            <a:r>
              <a:rPr lang="vi-VN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thiết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lập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3621A0FD-F71C-E38B-76F8-8768A020C18C}"/>
              </a:ext>
            </a:extLst>
          </p:cNvPr>
          <p:cNvSpPr txBox="1">
            <a:spLocks/>
          </p:cNvSpPr>
          <p:nvPr/>
        </p:nvSpPr>
        <p:spPr>
          <a:xfrm>
            <a:off x="550973" y="716047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vi-VN" sz="1600" dirty="0">
                <a:latin typeface="Arial"/>
                <a:cs typeface="Arial"/>
              </a:rPr>
              <a:t> thông tin </a:t>
            </a:r>
            <a:r>
              <a:rPr lang="en-US" sz="1600" dirty="0" err="1">
                <a:latin typeface="Arial"/>
                <a:cs typeface="Arial"/>
              </a:rPr>
              <a:t>thiết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lập</a:t>
            </a:r>
            <a:r>
              <a:rPr lang="vi-VN" sz="1600" dirty="0">
                <a:latin typeface="Arial"/>
                <a:cs typeface="Arial"/>
              </a:rPr>
              <a:t>: Click chọn dòng cần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</a:t>
            </a:r>
            <a:r>
              <a:rPr lang="en-US" sz="1600" dirty="0">
                <a:latin typeface="Arial"/>
                <a:cs typeface="Arial"/>
              </a:rPr>
              <a:t>click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hạng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mục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xong</a:t>
            </a:r>
            <a:r>
              <a:rPr lang="en-US" sz="1600" dirty="0">
                <a:latin typeface="Arial"/>
                <a:cs typeface="Arial"/>
              </a:rPr>
              <a:t>,</a:t>
            </a:r>
            <a:r>
              <a:rPr lang="vi-VN" sz="1600" dirty="0">
                <a:latin typeface="Arial"/>
                <a:cs typeface="Arial"/>
              </a:rPr>
              <a:t>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9" name="Hình ảnh 9">
            <a:extLst>
              <a:ext uri="{FF2B5EF4-FFF2-40B4-BE49-F238E27FC236}">
                <a16:creationId xmlns:a16="http://schemas.microsoft.com/office/drawing/2014/main" id="{DFAF688E-79FC-238C-64D7-DA26096CD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120" y="1383523"/>
            <a:ext cx="382360" cy="303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62C23B-EC32-01E4-E7EE-F58513867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96" y="1949096"/>
            <a:ext cx="11688404" cy="458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6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13DF-C2F6-36EF-FA11-AF2B21F2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A7A4588-A055-3ECA-FDDF-901AAF797191}"/>
              </a:ext>
            </a:extLst>
          </p:cNvPr>
          <p:cNvGrpSpPr/>
          <p:nvPr/>
        </p:nvGrpSpPr>
        <p:grpSpPr>
          <a:xfrm>
            <a:off x="0" y="706516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4CA9E78-815E-E370-BA71-69381B8A15A5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503BF1-B90E-6EE2-A736-EAA7252D46E3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B5D2EAE1-C0B3-8A4E-2EAD-CF4BE968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Xóa</a:t>
            </a:r>
            <a:r>
              <a:rPr lang="vi-VN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thiết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lập</a:t>
            </a:r>
            <a:endParaRPr lang="vi-VN" dirty="0"/>
          </a:p>
        </p:txBody>
      </p:sp>
      <p:sp>
        <p:nvSpPr>
          <p:cNvPr id="7" name="Chỗ dành sẵn cho Nội dung 2">
            <a:extLst>
              <a:ext uri="{FF2B5EF4-FFF2-40B4-BE49-F238E27FC236}">
                <a16:creationId xmlns:a16="http://schemas.microsoft.com/office/drawing/2014/main" id="{80C4F782-7D74-5BB3-6807-B081EFA03F91}"/>
              </a:ext>
            </a:extLst>
          </p:cNvPr>
          <p:cNvSpPr txBox="1">
            <a:spLocks/>
          </p:cNvSpPr>
          <p:nvPr/>
        </p:nvSpPr>
        <p:spPr>
          <a:xfrm>
            <a:off x="647020" y="802115"/>
            <a:ext cx="10515600" cy="12806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xóa thông tin </a:t>
            </a:r>
            <a:r>
              <a:rPr lang="en-US" sz="1600" dirty="0" err="1">
                <a:latin typeface="Arial"/>
                <a:cs typeface="Arial"/>
              </a:rPr>
              <a:t>thiết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lập</a:t>
            </a:r>
            <a:r>
              <a:rPr lang="vi-VN" sz="1600" dirty="0">
                <a:latin typeface="Arial"/>
                <a:cs typeface="Arial"/>
              </a:rPr>
              <a:t>: Click chọn dòng cần </a:t>
            </a:r>
            <a:r>
              <a:rPr lang="en-US" sz="1600" dirty="0">
                <a:latin typeface="Arial"/>
                <a:cs typeface="Arial"/>
              </a:rPr>
              <a:t>X</a:t>
            </a:r>
            <a:r>
              <a:rPr lang="vi-VN" sz="1600" dirty="0">
                <a:latin typeface="Arial"/>
                <a:cs typeface="Arial"/>
              </a:rPr>
              <a:t>óa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dấu - góc trên bên </a:t>
            </a:r>
            <a:r>
              <a:rPr lang="en-US" sz="1600" dirty="0" err="1">
                <a:latin typeface="Arial"/>
                <a:cs typeface="Arial"/>
              </a:rPr>
              <a:t>phải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cửa sổ xác nhận hiện lên "Bạn có chắc chắn muốn xóa dòng đã chọn?", chọn Yes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E4AD8E-5531-128A-0BFD-D01923223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11" y="2082800"/>
            <a:ext cx="11373374" cy="48763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AF3A66-B509-DDE8-732C-871A01A55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63" y="1000466"/>
            <a:ext cx="381476" cy="3941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520B75-E03F-5B1C-AF33-133B0EB7E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040" y="1650957"/>
            <a:ext cx="427499" cy="42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55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D1E1-971E-47A3-D368-DF57C2BF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613BE87A-47C8-1634-16B7-9801A9F6633D}"/>
              </a:ext>
            </a:extLst>
          </p:cNvPr>
          <p:cNvGrpSpPr/>
          <p:nvPr/>
        </p:nvGrpSpPr>
        <p:grpSpPr>
          <a:xfrm>
            <a:off x="0" y="0"/>
            <a:ext cx="12192000" cy="7030720"/>
            <a:chOff x="0" y="0"/>
            <a:chExt cx="4816593" cy="62166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EE35F3AD-CE13-3B48-CD4E-6BEEE4F89532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66DE41CC-A6EC-BC5A-F863-928ED2270E09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0A587B9E-7D05-1AF8-3DA5-504B66BC7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latin typeface="Times New Roman"/>
                <a:cs typeface="Times New Roman"/>
              </a:rPr>
              <a:t>Hướng dẫn màn </a:t>
            </a:r>
            <a:r>
              <a:rPr lang="en-US" dirty="0">
                <a:latin typeface="Times New Roman"/>
                <a:cs typeface="Times New Roman"/>
              </a:rPr>
              <a:t>F743</a:t>
            </a:r>
            <a:endParaRPr lang="vi-VN" dirty="0">
              <a:latin typeface="Times New Roman"/>
              <a:cs typeface="Times New Roman"/>
            </a:endParaRP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E4E44904-9118-F8B7-9BFB-9642D7825D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vi-VN" dirty="0"/>
          </a:p>
          <a:p>
            <a:r>
              <a:rPr lang="en-US" dirty="0">
                <a:latin typeface="Arial"/>
                <a:cs typeface="Arial"/>
              </a:rPr>
              <a:t>F743</a:t>
            </a:r>
            <a:r>
              <a:rPr lang="vi-VN" dirty="0">
                <a:latin typeface="Arial"/>
                <a:cs typeface="Arial"/>
              </a:rPr>
              <a:t> – </a:t>
            </a:r>
            <a:r>
              <a:rPr lang="en-US" dirty="0">
                <a:latin typeface="Arial"/>
                <a:cs typeface="Arial"/>
              </a:rPr>
              <a:t>Slitting LOT Material Ha Nam</a:t>
            </a:r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237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CDDD5-709B-3695-8FB2-5AA8A96B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BFD2DDE-C118-B9E4-937F-80C92930F5EE}"/>
              </a:ext>
            </a:extLst>
          </p:cNvPr>
          <p:cNvGrpSpPr/>
          <p:nvPr/>
        </p:nvGrpSpPr>
        <p:grpSpPr>
          <a:xfrm>
            <a:off x="0" y="0"/>
            <a:ext cx="12192000" cy="7030720"/>
            <a:chOff x="0" y="0"/>
            <a:chExt cx="4816593" cy="6216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14718A-566B-B14F-5099-36B2738FE5F2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10F9458-AFA7-2A98-B694-21BFDE5F091B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5" name="Chỗ dành sẵn cho Nội dung 2">
            <a:extLst>
              <a:ext uri="{FF2B5EF4-FFF2-40B4-BE49-F238E27FC236}">
                <a16:creationId xmlns:a16="http://schemas.microsoft.com/office/drawing/2014/main" id="{9D1B50B7-0769-CEF8-A9A5-12696A1DC6B0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Click biểu tượng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để hiện lên cửa sổ tìm kiếm. Nhập </a:t>
            </a:r>
            <a:r>
              <a:rPr lang="en-US" sz="1800" dirty="0">
                <a:latin typeface="Arial"/>
                <a:cs typeface="Arial"/>
              </a:rPr>
              <a:t>F743</a:t>
            </a:r>
            <a:r>
              <a:rPr lang="vi-VN" sz="1800" dirty="0">
                <a:latin typeface="Arial"/>
                <a:cs typeface="Arial"/>
              </a:rPr>
              <a:t> tại ô tìm kiếm, màn hình </a:t>
            </a:r>
            <a:r>
              <a:rPr lang="en-US" sz="1800" dirty="0">
                <a:latin typeface="Arial"/>
                <a:cs typeface="Arial"/>
              </a:rPr>
              <a:t>F743</a:t>
            </a:r>
            <a:r>
              <a:rPr lang="vi-VN" sz="1800" dirty="0">
                <a:latin typeface="Arial"/>
                <a:cs typeface="Arial"/>
              </a:rPr>
              <a:t> hiện lên. </a:t>
            </a: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Click vào </a:t>
            </a:r>
            <a:r>
              <a:rPr lang="vi-VN" sz="1800" b="1" dirty="0">
                <a:latin typeface="Arial"/>
                <a:cs typeface="Arial"/>
              </a:rPr>
              <a:t>[</a:t>
            </a:r>
            <a:r>
              <a:rPr lang="en-US" sz="1800" b="1" dirty="0">
                <a:latin typeface="Arial"/>
                <a:cs typeface="Arial"/>
              </a:rPr>
              <a:t>F743</a:t>
            </a:r>
            <a:r>
              <a:rPr lang="vi-VN" sz="1800" b="1" dirty="0">
                <a:latin typeface="Arial"/>
                <a:cs typeface="Arial"/>
              </a:rPr>
              <a:t>] </a:t>
            </a:r>
            <a:r>
              <a:rPr lang="en-US" sz="1800" b="1" dirty="0" err="1">
                <a:latin typeface="Arial"/>
                <a:cs typeface="Arial"/>
              </a:rPr>
              <a:t>SlittingLOTMaterialHaNam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vi-VN" sz="1800" dirty="0">
                <a:latin typeface="Arial"/>
                <a:cs typeface="Arial"/>
              </a:rPr>
              <a:t>để mở màn hình</a:t>
            </a:r>
            <a:endParaRPr lang="vi-VN" sz="1800" dirty="0"/>
          </a:p>
        </p:txBody>
      </p:sp>
      <p:pic>
        <p:nvPicPr>
          <p:cNvPr id="9" name="Hình ảnh 7">
            <a:extLst>
              <a:ext uri="{FF2B5EF4-FFF2-40B4-BE49-F238E27FC236}">
                <a16:creationId xmlns:a16="http://schemas.microsoft.com/office/drawing/2014/main" id="{9A731429-213C-7F63-BE77-F6C4DC547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316" y="294920"/>
            <a:ext cx="444953" cy="404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A180EC-D9AA-4A6E-0184-E402B53D9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60" y="2071345"/>
            <a:ext cx="11640075" cy="248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66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47748-445D-5203-03A7-926C5046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>
            <a:extLst>
              <a:ext uri="{FF2B5EF4-FFF2-40B4-BE49-F238E27FC236}">
                <a16:creationId xmlns:a16="http://schemas.microsoft.com/office/drawing/2014/main" id="{461893BF-AFA0-4EB8-249F-52BE89AF1250}"/>
              </a:ext>
            </a:extLst>
          </p:cNvPr>
          <p:cNvGrpSpPr/>
          <p:nvPr/>
        </p:nvGrpSpPr>
        <p:grpSpPr>
          <a:xfrm>
            <a:off x="0" y="0"/>
            <a:ext cx="12192000" cy="7030720"/>
            <a:chOff x="0" y="0"/>
            <a:chExt cx="4816593" cy="621669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9364509-3052-E080-5A48-C2A5E7872C68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CBE4D185-863A-42D6-46D8-B4DA9BE7339A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FECCA5FE-C6B2-2A09-C329-B24490E3292F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Tại màn </a:t>
            </a:r>
            <a:r>
              <a:rPr lang="en-US" sz="1800" dirty="0">
                <a:latin typeface="Arial"/>
                <a:cs typeface="Arial"/>
              </a:rPr>
              <a:t>F743</a:t>
            </a:r>
            <a:r>
              <a:rPr lang="vi-VN" sz="1800" dirty="0">
                <a:latin typeface="Arial"/>
                <a:cs typeface="Arial"/>
              </a:rPr>
              <a:t>, </a:t>
            </a:r>
            <a:r>
              <a:rPr lang="en-US" sz="1800" dirty="0" err="1">
                <a:latin typeface="Arial"/>
                <a:cs typeface="Arial"/>
              </a:rPr>
              <a:t>chọn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Mã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nguyên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liệu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sau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đó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vi-VN" sz="1800" dirty="0">
                <a:latin typeface="Arial"/>
                <a:cs typeface="Arial"/>
              </a:rPr>
              <a:t>click biểu tượng dấu tick màu xanh để tìm kiếm.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 Sau đó dữ liệu sẽ hiện ra.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1B88A1-20FB-0EC7-6F35-DCD1D33D9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610" y="302522"/>
            <a:ext cx="569550" cy="543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18384F-54F2-C9A0-5100-CE22931E9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03" y="1768823"/>
            <a:ext cx="11745557" cy="482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25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3FA39-D2BA-6828-CE34-79475D61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>
            <a:extLst>
              <a:ext uri="{FF2B5EF4-FFF2-40B4-BE49-F238E27FC236}">
                <a16:creationId xmlns:a16="http://schemas.microsoft.com/office/drawing/2014/main" id="{BF6AE347-E683-6C75-D43D-23D93C68DD7A}"/>
              </a:ext>
            </a:extLst>
          </p:cNvPr>
          <p:cNvGrpSpPr/>
          <p:nvPr/>
        </p:nvGrpSpPr>
        <p:grpSpPr>
          <a:xfrm>
            <a:off x="0" y="0"/>
            <a:ext cx="12192000" cy="7030720"/>
            <a:chOff x="0" y="0"/>
            <a:chExt cx="4816593" cy="621669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27839B9-35F7-C56D-6267-898E014AC3EB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AB01A8E7-9656-C29B-848C-58154795079C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3D6B6D98-35FF-3C36-DD67-7763765B8FF3}"/>
              </a:ext>
            </a:extLst>
          </p:cNvPr>
          <p:cNvSpPr txBox="1">
            <a:spLocks/>
          </p:cNvSpPr>
          <p:nvPr/>
        </p:nvSpPr>
        <p:spPr>
          <a:xfrm>
            <a:off x="673443" y="841067"/>
            <a:ext cx="10515600" cy="11198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Arial"/>
                <a:cs typeface="Arial"/>
              </a:rPr>
              <a:t>B</a:t>
            </a:r>
            <a:r>
              <a:rPr lang="vi-VN" sz="1800" dirty="0">
                <a:latin typeface="Arial"/>
                <a:cs typeface="Arial"/>
              </a:rPr>
              <a:t>ảng bên trái là thông tin</a:t>
            </a:r>
            <a:r>
              <a:rPr lang="en-US" sz="1800" dirty="0">
                <a:latin typeface="Arial"/>
                <a:cs typeface="Arial"/>
              </a:rPr>
              <a:t> foil</a:t>
            </a:r>
            <a:r>
              <a:rPr lang="vi-VN" sz="1800" dirty="0">
                <a:latin typeface="Arial"/>
                <a:cs typeface="Arial"/>
              </a:rPr>
              <a:t> ban đầu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 err="1">
                <a:latin typeface="Arial"/>
                <a:cs typeface="Arial"/>
              </a:rPr>
              <a:t>Bảng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bên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phải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là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thông</a:t>
            </a:r>
            <a:r>
              <a:rPr lang="en-US" sz="1800" dirty="0">
                <a:latin typeface="Arial"/>
                <a:cs typeface="Arial"/>
              </a:rPr>
              <a:t> tin foil </a:t>
            </a:r>
            <a:r>
              <a:rPr lang="en-US" sz="1800" dirty="0" err="1">
                <a:latin typeface="Arial"/>
                <a:cs typeface="Arial"/>
              </a:rPr>
              <a:t>đã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cắt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được</a:t>
            </a:r>
            <a:endParaRPr lang="vi-VN" sz="1800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7C505-E5C4-B3EC-6E07-FB448304C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1708"/>
            <a:ext cx="12192000" cy="448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4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7CF9-E72D-E80F-871E-ECE51F94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2626103-7187-5A1D-1173-584EC0ECA69B}"/>
              </a:ext>
            </a:extLst>
          </p:cNvPr>
          <p:cNvGrpSpPr/>
          <p:nvPr/>
        </p:nvGrpSpPr>
        <p:grpSpPr>
          <a:xfrm>
            <a:off x="0" y="706516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D8AB644-FD19-4C42-AE89-7771EAD940D6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36C538-83A2-19C4-A4B3-E1581B21F975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B85EC089-7619-58D4-2B99-0498BC34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Times New Roman"/>
                <a:cs typeface="Times New Roman"/>
              </a:rPr>
              <a:t>Thêm </a:t>
            </a:r>
            <a:r>
              <a:rPr lang="en-US" dirty="0">
                <a:latin typeface="Times New Roman"/>
                <a:cs typeface="Times New Roman"/>
              </a:rPr>
              <a:t>foil </a:t>
            </a:r>
            <a:r>
              <a:rPr lang="en-US" dirty="0" err="1">
                <a:latin typeface="Times New Roman"/>
                <a:cs typeface="Times New Roman"/>
              </a:rPr>
              <a:t>đã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cắt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B3AAEE74-73BF-49DC-6101-AA640B0890CE}"/>
              </a:ext>
            </a:extLst>
          </p:cNvPr>
          <p:cNvSpPr txBox="1">
            <a:spLocks/>
          </p:cNvSpPr>
          <p:nvPr/>
        </p:nvSpPr>
        <p:spPr>
          <a:xfrm>
            <a:off x="696736" y="707287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Tại góc trên bên phải, click vào hình dấu + để thêm </a:t>
            </a:r>
            <a:r>
              <a:rPr lang="en-US" sz="1600" dirty="0">
                <a:latin typeface="Arial"/>
                <a:cs typeface="Arial"/>
              </a:rPr>
              <a:t>foil </a:t>
            </a:r>
            <a:r>
              <a:rPr lang="vi-VN" sz="1600" dirty="0">
                <a:latin typeface="Arial"/>
                <a:cs typeface="Arial"/>
              </a:rPr>
              <a:t>mới 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khi click, một dòng mới sẽ hiện ra.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Mã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nguyên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thêm</a:t>
            </a:r>
            <a:r>
              <a:rPr lang="en-US" sz="1600" dirty="0">
                <a:latin typeface="Arial"/>
                <a:cs typeface="Arial"/>
              </a:rPr>
              <a:t>, </a:t>
            </a:r>
            <a:r>
              <a:rPr lang="en-US" sz="1600" dirty="0" err="1">
                <a:latin typeface="Arial"/>
                <a:cs typeface="Arial"/>
              </a:rPr>
              <a:t>sau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nhập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Length Slitting</a:t>
            </a:r>
            <a:r>
              <a:rPr lang="vi-VN" sz="1600" dirty="0">
                <a:latin typeface="Arial"/>
                <a:cs typeface="Arial"/>
              </a:rPr>
              <a:t>.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600" dirty="0">
                <a:latin typeface="Arial"/>
                <a:cs typeface="Arial"/>
              </a:rPr>
              <a:t>(Danh </a:t>
            </a:r>
            <a:r>
              <a:rPr lang="en-US" sz="1600" dirty="0" err="1">
                <a:latin typeface="Arial"/>
                <a:cs typeface="Arial"/>
              </a:rPr>
              <a:t>sách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Mã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nguyên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liệu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được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lấy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F744)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600" dirty="0" err="1">
                <a:latin typeface="Arial"/>
                <a:cs typeface="Arial"/>
              </a:rPr>
              <a:t>Cuối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cùng</a:t>
            </a:r>
            <a:r>
              <a:rPr lang="en-US" sz="1600" dirty="0">
                <a:latin typeface="Arial"/>
                <a:cs typeface="Arial"/>
              </a:rPr>
              <a:t> click</a:t>
            </a:r>
            <a:r>
              <a:rPr lang="vi-VN" sz="1600" dirty="0">
                <a:latin typeface="Arial"/>
                <a:cs typeface="Arial"/>
              </a:rPr>
              <a:t> biểu tượng Save để hệ thống lưu lại kết quả </a:t>
            </a: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675B923F-CCF0-CAE1-AFD7-28C8D3874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521" y="665875"/>
            <a:ext cx="342900" cy="323850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1A6FB542-81AC-B650-88EA-9CC3036B6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161" y="1662422"/>
            <a:ext cx="382360" cy="3034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58584B-8EDC-13B6-4C85-4C4867C27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06" y="2128116"/>
            <a:ext cx="11885184" cy="472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78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54705-EF3F-D5AA-F99F-B7CE39D8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DC157B7-78D1-3A3B-DDC0-752E2DD4C7FB}"/>
              </a:ext>
            </a:extLst>
          </p:cNvPr>
          <p:cNvGrpSpPr/>
          <p:nvPr/>
        </p:nvGrpSpPr>
        <p:grpSpPr>
          <a:xfrm>
            <a:off x="0" y="706516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02D4173-48A4-0FB7-BC54-611B83AE5B84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139D0B1-3F09-0379-B2A4-37F069D54DC6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A49B88E5-5D92-0550-6D36-74A11040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Sửa</a:t>
            </a:r>
            <a:r>
              <a:rPr lang="vi-VN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thông</a:t>
            </a:r>
            <a:r>
              <a:rPr lang="en-US" dirty="0">
                <a:latin typeface="Times New Roman"/>
                <a:cs typeface="Times New Roman"/>
              </a:rPr>
              <a:t> tin foil </a:t>
            </a:r>
            <a:r>
              <a:rPr lang="en-US" dirty="0" err="1">
                <a:latin typeface="Times New Roman"/>
                <a:cs typeface="Times New Roman"/>
              </a:rPr>
              <a:t>đã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cắt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8E6E609C-B22F-BF5A-5D7C-941D4DD8D2A1}"/>
              </a:ext>
            </a:extLst>
          </p:cNvPr>
          <p:cNvSpPr txBox="1">
            <a:spLocks/>
          </p:cNvSpPr>
          <p:nvPr/>
        </p:nvSpPr>
        <p:spPr>
          <a:xfrm>
            <a:off x="550973" y="716047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vi-VN" sz="1600" dirty="0">
                <a:latin typeface="Arial"/>
                <a:cs typeface="Arial"/>
              </a:rPr>
              <a:t> thông tin </a:t>
            </a:r>
            <a:r>
              <a:rPr lang="en-US" sz="1600" dirty="0">
                <a:latin typeface="Arial"/>
                <a:cs typeface="Arial"/>
              </a:rPr>
              <a:t>foil</a:t>
            </a:r>
            <a:r>
              <a:rPr lang="vi-VN" sz="1600" dirty="0">
                <a:latin typeface="Arial"/>
                <a:cs typeface="Arial"/>
              </a:rPr>
              <a:t>: Click chọn dòng cần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</a:t>
            </a:r>
            <a:r>
              <a:rPr lang="en-US" sz="1600" dirty="0">
                <a:latin typeface="Arial"/>
                <a:cs typeface="Arial"/>
              </a:rPr>
              <a:t>click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hạng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mục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xong</a:t>
            </a:r>
            <a:r>
              <a:rPr lang="en-US" sz="1600" dirty="0">
                <a:latin typeface="Arial"/>
                <a:cs typeface="Arial"/>
              </a:rPr>
              <a:t>,</a:t>
            </a:r>
            <a:r>
              <a:rPr lang="vi-VN" sz="1600" dirty="0">
                <a:latin typeface="Arial"/>
                <a:cs typeface="Arial"/>
              </a:rPr>
              <a:t>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9" name="Hình ảnh 9">
            <a:extLst>
              <a:ext uri="{FF2B5EF4-FFF2-40B4-BE49-F238E27FC236}">
                <a16:creationId xmlns:a16="http://schemas.microsoft.com/office/drawing/2014/main" id="{06BB3E7F-01DC-53A5-E755-DEEB2D4BE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120" y="1383523"/>
            <a:ext cx="382360" cy="303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AB0BA8-44EF-421F-36D0-25F52ACC3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7" y="1841410"/>
            <a:ext cx="12147333" cy="50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65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C174-0569-D40B-9349-A604E5A3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8E9C5FB-4B0A-213B-6B8B-E724A5539F00}"/>
              </a:ext>
            </a:extLst>
          </p:cNvPr>
          <p:cNvGrpSpPr/>
          <p:nvPr/>
        </p:nvGrpSpPr>
        <p:grpSpPr>
          <a:xfrm>
            <a:off x="0" y="706516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1F915B2-0D98-D51E-896E-C41B857E46C7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36D5FE-9EAD-783A-436A-1D6AACCC5850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604C5B9E-53EB-0273-458C-C61A8879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Xóa</a:t>
            </a:r>
            <a:r>
              <a:rPr lang="vi-VN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foil </a:t>
            </a:r>
            <a:r>
              <a:rPr lang="en-US" dirty="0" err="1">
                <a:latin typeface="Times New Roman"/>
                <a:cs typeface="Times New Roman"/>
              </a:rPr>
              <a:t>đã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cắt</a:t>
            </a:r>
            <a:endParaRPr lang="vi-VN" dirty="0"/>
          </a:p>
        </p:txBody>
      </p:sp>
      <p:sp>
        <p:nvSpPr>
          <p:cNvPr id="7" name="Chỗ dành sẵn cho Nội dung 2">
            <a:extLst>
              <a:ext uri="{FF2B5EF4-FFF2-40B4-BE49-F238E27FC236}">
                <a16:creationId xmlns:a16="http://schemas.microsoft.com/office/drawing/2014/main" id="{03F0CAD6-0108-6C50-74F9-63A60B8AB92C}"/>
              </a:ext>
            </a:extLst>
          </p:cNvPr>
          <p:cNvSpPr txBox="1">
            <a:spLocks/>
          </p:cNvSpPr>
          <p:nvPr/>
        </p:nvSpPr>
        <p:spPr>
          <a:xfrm>
            <a:off x="647020" y="802115"/>
            <a:ext cx="10515600" cy="12806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xóa thông tin </a:t>
            </a:r>
            <a:r>
              <a:rPr lang="en-US" sz="1600" dirty="0">
                <a:latin typeface="Arial"/>
                <a:cs typeface="Arial"/>
              </a:rPr>
              <a:t>foil</a:t>
            </a:r>
            <a:r>
              <a:rPr lang="vi-VN" sz="1600" dirty="0">
                <a:latin typeface="Arial"/>
                <a:cs typeface="Arial"/>
              </a:rPr>
              <a:t>: </a:t>
            </a:r>
            <a:r>
              <a:rPr lang="en-US" sz="1600" dirty="0">
                <a:latin typeface="Arial"/>
                <a:cs typeface="Arial"/>
              </a:rPr>
              <a:t>T</a:t>
            </a:r>
            <a:r>
              <a:rPr lang="vi-VN" sz="1600" dirty="0">
                <a:latin typeface="Arial"/>
                <a:cs typeface="Arial"/>
              </a:rPr>
              <a:t>ick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vào</a:t>
            </a:r>
            <a:r>
              <a:rPr lang="en-US" sz="1600" dirty="0">
                <a:latin typeface="Arial"/>
                <a:cs typeface="Arial"/>
              </a:rPr>
              <a:t> ô </a:t>
            </a:r>
            <a:r>
              <a:rPr lang="en-US" sz="1600" dirty="0" err="1">
                <a:latin typeface="Arial"/>
                <a:cs typeface="Arial"/>
              </a:rPr>
              <a:t>trống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đầu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dòng</a:t>
            </a:r>
            <a:r>
              <a:rPr lang="vi-VN" sz="1600" dirty="0">
                <a:latin typeface="Arial"/>
                <a:cs typeface="Arial"/>
              </a:rPr>
              <a:t> cần </a:t>
            </a:r>
            <a:r>
              <a:rPr lang="en-US" sz="1600" dirty="0">
                <a:latin typeface="Arial"/>
                <a:cs typeface="Arial"/>
              </a:rPr>
              <a:t>X</a:t>
            </a:r>
            <a:r>
              <a:rPr lang="vi-VN" sz="1600" dirty="0">
                <a:latin typeface="Arial"/>
                <a:cs typeface="Arial"/>
              </a:rPr>
              <a:t>óa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dấu - góc trên bên </a:t>
            </a:r>
            <a:r>
              <a:rPr lang="en-US" sz="1600" dirty="0" err="1">
                <a:latin typeface="Arial"/>
                <a:cs typeface="Arial"/>
              </a:rPr>
              <a:t>phải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600" dirty="0" err="1">
                <a:latin typeface="Arial"/>
                <a:cs typeface="Arial"/>
              </a:rPr>
              <a:t>Cửa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vi-VN" sz="1600" dirty="0">
                <a:latin typeface="Arial"/>
                <a:cs typeface="Arial"/>
              </a:rPr>
              <a:t>sổ xác nhận hiện lên "Bạn có chắc chắn muốn xóa dòng đã chọn?", chọn Yes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41E7E9-F539-4ACB-475C-2CCCAC60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63" y="1000466"/>
            <a:ext cx="381476" cy="3941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951196-CE08-F11F-A6F4-54C456C72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040" y="1650957"/>
            <a:ext cx="427499" cy="427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6A9572-111B-4F80-AC49-BEE48DFE4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7" y="2012416"/>
            <a:ext cx="12154953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51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E3466-AC19-EBD7-BB53-823C98D1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FFF5A09-63BB-6067-1765-3045366C5714}"/>
              </a:ext>
            </a:extLst>
          </p:cNvPr>
          <p:cNvGrpSpPr/>
          <p:nvPr/>
        </p:nvGrpSpPr>
        <p:grpSpPr>
          <a:xfrm>
            <a:off x="0" y="706516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557AAF8-4830-3B39-C0F2-7B356B63057B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0CFB9F-2281-4B3F-6654-D3DE421F0B71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73F7EEA5-8357-6D6B-1EDF-2BB145C90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Chốt</a:t>
            </a:r>
            <a:r>
              <a:rPr lang="en-US" dirty="0">
                <a:latin typeface="Times New Roman"/>
                <a:cs typeface="Times New Roman"/>
              </a:rPr>
              <a:t> slitting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DFD5A0B5-E259-673A-5780-B600D9864D67}"/>
              </a:ext>
            </a:extLst>
          </p:cNvPr>
          <p:cNvSpPr txBox="1">
            <a:spLocks/>
          </p:cNvSpPr>
          <p:nvPr/>
        </p:nvSpPr>
        <p:spPr>
          <a:xfrm>
            <a:off x="550973" y="989824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xong</a:t>
            </a:r>
            <a:r>
              <a:rPr lang="en-US" sz="1600" dirty="0">
                <a:latin typeface="Arial"/>
                <a:cs typeface="Arial"/>
              </a:rPr>
              <a:t>, </a:t>
            </a:r>
            <a:r>
              <a:rPr lang="en-US" sz="1600" dirty="0" err="1">
                <a:latin typeface="Arial"/>
                <a:cs typeface="Arial"/>
              </a:rPr>
              <a:t>ấn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nút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chốt</a:t>
            </a:r>
            <a:r>
              <a:rPr lang="en-US" sz="1600" b="1" dirty="0">
                <a:latin typeface="Arial"/>
                <a:cs typeface="Arial"/>
              </a:rPr>
              <a:t> slitting </a:t>
            </a:r>
          </a:p>
          <a:p>
            <a:pPr marL="0" indent="0">
              <a:buNone/>
            </a:pPr>
            <a:r>
              <a:rPr lang="en-US" sz="1600" dirty="0" err="1">
                <a:latin typeface="Arial"/>
                <a:cs typeface="Arial"/>
              </a:rPr>
              <a:t>để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chuyển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các</a:t>
            </a:r>
            <a:r>
              <a:rPr lang="en-US" sz="1600" dirty="0">
                <a:latin typeface="Arial"/>
                <a:cs typeface="Arial"/>
              </a:rPr>
              <a:t> lot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sang </a:t>
            </a:r>
            <a:r>
              <a:rPr lang="en-US" sz="1600" dirty="0" err="1">
                <a:latin typeface="Arial"/>
                <a:cs typeface="Arial"/>
              </a:rPr>
              <a:t>bộ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phận</a:t>
            </a:r>
            <a:r>
              <a:rPr lang="en-US" sz="1600" dirty="0">
                <a:latin typeface="Arial"/>
                <a:cs typeface="Arial"/>
              </a:rPr>
              <a:t> QC check ở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C243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90D369-C42A-FA84-87F9-A1C997196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1" y="2434684"/>
            <a:ext cx="12147333" cy="4038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24AEC1-8E8F-9ADF-2708-36F59BDAB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883896"/>
            <a:ext cx="1198879" cy="43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26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51AE-4E64-18C2-7835-010A299E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C55CE82-BDD9-9B80-7118-A89B2CAE1ED7}"/>
              </a:ext>
            </a:extLst>
          </p:cNvPr>
          <p:cNvGrpSpPr/>
          <p:nvPr/>
        </p:nvGrpSpPr>
        <p:grpSpPr>
          <a:xfrm>
            <a:off x="26142" y="706515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F885324-6D67-30C5-F7E9-860298CA55E1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CE324B-4FB1-6C16-919F-E1A08355B7C7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0BDAA177-F7D7-E4DC-5000-7F158E8C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In </a:t>
            </a:r>
            <a:r>
              <a:rPr lang="en-US" dirty="0" err="1">
                <a:latin typeface="Times New Roman"/>
                <a:cs typeface="Times New Roman"/>
              </a:rPr>
              <a:t>tem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275FD4CD-680E-F3AF-1C5C-AB8DD57E5C4C}"/>
              </a:ext>
            </a:extLst>
          </p:cNvPr>
          <p:cNvSpPr txBox="1">
            <a:spLocks/>
          </p:cNvSpPr>
          <p:nvPr/>
        </p:nvSpPr>
        <p:spPr>
          <a:xfrm>
            <a:off x="561133" y="954466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</a:t>
            </a:r>
            <a:r>
              <a:rPr lang="en-US" sz="1600" dirty="0">
                <a:latin typeface="Arial"/>
                <a:cs typeface="Arial"/>
              </a:rPr>
              <a:t>in </a:t>
            </a:r>
            <a:r>
              <a:rPr lang="en-US" sz="1600" dirty="0" err="1">
                <a:latin typeface="Arial"/>
                <a:cs typeface="Arial"/>
              </a:rPr>
              <a:t>tem</a:t>
            </a:r>
            <a:r>
              <a:rPr lang="vi-VN" sz="1600" dirty="0">
                <a:latin typeface="Arial"/>
                <a:cs typeface="Arial"/>
              </a:rPr>
              <a:t>: </a:t>
            </a:r>
            <a:r>
              <a:rPr lang="en-US" sz="1600" dirty="0">
                <a:latin typeface="Arial"/>
                <a:cs typeface="Arial"/>
              </a:rPr>
              <a:t>T</a:t>
            </a:r>
            <a:r>
              <a:rPr lang="vi-VN" sz="1600" dirty="0">
                <a:latin typeface="Arial"/>
                <a:cs typeface="Arial"/>
              </a:rPr>
              <a:t>ick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vào</a:t>
            </a:r>
            <a:r>
              <a:rPr lang="en-US" sz="1600" dirty="0">
                <a:latin typeface="Arial"/>
                <a:cs typeface="Arial"/>
              </a:rPr>
              <a:t> ô </a:t>
            </a:r>
            <a:r>
              <a:rPr lang="en-US" sz="1600" dirty="0" err="1">
                <a:latin typeface="Arial"/>
                <a:cs typeface="Arial"/>
              </a:rPr>
              <a:t>trống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đầu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dòng</a:t>
            </a:r>
            <a:r>
              <a:rPr lang="vi-VN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những</a:t>
            </a:r>
            <a:r>
              <a:rPr lang="en-US" sz="1600" dirty="0">
                <a:latin typeface="Arial"/>
                <a:cs typeface="Arial"/>
              </a:rPr>
              <a:t> lot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in </a:t>
            </a:r>
            <a:r>
              <a:rPr lang="en-US" sz="1600" dirty="0" err="1">
                <a:latin typeface="Arial"/>
                <a:cs typeface="Arial"/>
              </a:rPr>
              <a:t>tem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ấn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nút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Phát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hành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tem</a:t>
            </a:r>
            <a:r>
              <a:rPr lang="en-US" sz="1600" dirty="0">
                <a:latin typeface="Arial"/>
                <a:cs typeface="Arial"/>
              </a:rPr>
              <a:t>			 </a:t>
            </a:r>
            <a:r>
              <a:rPr lang="en-US" sz="1600" dirty="0" err="1">
                <a:latin typeface="Arial"/>
                <a:cs typeface="Arial"/>
              </a:rPr>
              <a:t>rồi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máy</a:t>
            </a:r>
            <a:r>
              <a:rPr lang="en-US" sz="1600" dirty="0">
                <a:latin typeface="Arial"/>
                <a:cs typeface="Arial"/>
              </a:rPr>
              <a:t> in </a:t>
            </a:r>
            <a:r>
              <a:rPr lang="en-US" sz="1600" dirty="0" err="1">
                <a:latin typeface="Arial"/>
                <a:cs typeface="Arial"/>
              </a:rPr>
              <a:t>và</a:t>
            </a:r>
            <a:r>
              <a:rPr lang="en-US" sz="1600" dirty="0">
                <a:latin typeface="Arial"/>
                <a:cs typeface="Arial"/>
              </a:rPr>
              <a:t> in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713F53-208A-CF23-F2A0-766B8C4AD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" y="2363969"/>
            <a:ext cx="12139712" cy="41532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8609FE-D948-E054-6218-F2B510863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178" y="1244382"/>
            <a:ext cx="1821560" cy="37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13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CAC0-D8AE-CE97-51F1-5E440495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922CFC3-CBD6-5F57-5F3A-25BB1D8CF652}"/>
              </a:ext>
            </a:extLst>
          </p:cNvPr>
          <p:cNvGrpSpPr/>
          <p:nvPr/>
        </p:nvGrpSpPr>
        <p:grpSpPr>
          <a:xfrm>
            <a:off x="26142" y="706515"/>
            <a:ext cx="12192000" cy="6324204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8AFAE7-BC84-13DF-06B2-BB2C5F8682FE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68D452-828D-207B-012E-1A3F372B72A5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8617CD3D-E64A-0868-04D9-C62BFE5C5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C243: Check Slitting Lot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16F5CBDE-9BBB-28E7-6CD9-5AEEB5BADA1D}"/>
              </a:ext>
            </a:extLst>
          </p:cNvPr>
          <p:cNvSpPr txBox="1">
            <a:spLocks/>
          </p:cNvSpPr>
          <p:nvPr/>
        </p:nvSpPr>
        <p:spPr>
          <a:xfrm>
            <a:off x="561133" y="954466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đã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chốt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F743, </a:t>
            </a:r>
            <a:r>
              <a:rPr lang="en-US" sz="1600" dirty="0" err="1">
                <a:latin typeface="Arial"/>
                <a:cs typeface="Arial"/>
              </a:rPr>
              <a:t>mã</a:t>
            </a:r>
            <a:r>
              <a:rPr lang="en-US" sz="1600" dirty="0">
                <a:latin typeface="Arial"/>
                <a:cs typeface="Arial"/>
              </a:rPr>
              <a:t> Lot </a:t>
            </a:r>
            <a:r>
              <a:rPr lang="en-US" sz="1600" dirty="0" err="1">
                <a:latin typeface="Arial"/>
                <a:cs typeface="Arial"/>
              </a:rPr>
              <a:t>được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chuyển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đến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C243 </a:t>
            </a:r>
            <a:r>
              <a:rPr lang="en-US" sz="1600" dirty="0" err="1">
                <a:latin typeface="Arial"/>
                <a:cs typeface="Arial"/>
              </a:rPr>
              <a:t>để</a:t>
            </a:r>
            <a:r>
              <a:rPr lang="en-US" sz="1600" dirty="0">
                <a:latin typeface="Arial"/>
                <a:cs typeface="Arial"/>
              </a:rPr>
              <a:t> QC check</a:t>
            </a:r>
          </a:p>
          <a:p>
            <a:pPr marL="0" indent="0">
              <a:buNone/>
            </a:pPr>
            <a:r>
              <a:rPr lang="en-US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đã</a:t>
            </a:r>
            <a:r>
              <a:rPr lang="en-US" sz="1600" dirty="0">
                <a:latin typeface="Arial"/>
                <a:cs typeface="Arial"/>
              </a:rPr>
              <a:t> check, </a:t>
            </a:r>
            <a:r>
              <a:rPr lang="en-US" sz="1600" dirty="0" err="1">
                <a:latin typeface="Arial"/>
                <a:cs typeface="Arial"/>
              </a:rPr>
              <a:t>ấn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biểu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tượng</a:t>
            </a:r>
            <a:r>
              <a:rPr lang="en-US" sz="1600" dirty="0">
                <a:latin typeface="Arial"/>
                <a:cs typeface="Arial"/>
              </a:rPr>
              <a:t> Save 		</a:t>
            </a:r>
            <a:r>
              <a:rPr lang="en-US" sz="1600" dirty="0" err="1">
                <a:latin typeface="Arial"/>
                <a:cs typeface="Arial"/>
              </a:rPr>
              <a:t>để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lưu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lại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kết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quả</a:t>
            </a:r>
            <a:r>
              <a:rPr lang="en-US" sz="1600" dirty="0">
                <a:latin typeface="Arial"/>
                <a:cs typeface="Arial"/>
              </a:rPr>
              <a:t> check</a:t>
            </a: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75514A-1E4F-F747-88D5-BEE986CC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" y="1957915"/>
            <a:ext cx="12139712" cy="49000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5EA3C8-0C89-F549-90B3-B221FB6AE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098" y="1274336"/>
            <a:ext cx="497862" cy="43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51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045C-95AE-1752-3751-10966A7E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093D1E8-F526-87FE-A560-17E1FE2BADEF}"/>
              </a:ext>
            </a:extLst>
          </p:cNvPr>
          <p:cNvGrpSpPr/>
          <p:nvPr/>
        </p:nvGrpSpPr>
        <p:grpSpPr>
          <a:xfrm>
            <a:off x="-1" y="-107722"/>
            <a:ext cx="12218143" cy="7138441"/>
            <a:chOff x="-10328" y="-9525"/>
            <a:chExt cx="4826921" cy="63119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0BB4017-4B80-4DF0-0E78-0F90383282F0}"/>
                </a:ext>
              </a:extLst>
            </p:cNvPr>
            <p:cNvSpPr/>
            <p:nvPr/>
          </p:nvSpPr>
          <p:spPr>
            <a:xfrm>
              <a:off x="-10328" y="53004"/>
              <a:ext cx="4816592" cy="568665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18376BD-2DBC-7C4F-760E-50978ED9E96C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37523AD6-6EF6-5419-934C-79CA36ED3641}"/>
              </a:ext>
            </a:extLst>
          </p:cNvPr>
          <p:cNvSpPr txBox="1">
            <a:spLocks/>
          </p:cNvSpPr>
          <p:nvPr/>
        </p:nvSpPr>
        <p:spPr>
          <a:xfrm>
            <a:off x="561133" y="954466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Arial"/>
                <a:cs typeface="Arial"/>
              </a:rPr>
              <a:t>Sau </a:t>
            </a:r>
            <a:r>
              <a:rPr lang="en-US" sz="1800" dirty="0" err="1">
                <a:latin typeface="Arial"/>
                <a:cs typeface="Arial"/>
              </a:rPr>
              <a:t>khi</a:t>
            </a:r>
            <a:r>
              <a:rPr lang="en-US" sz="1800" dirty="0">
                <a:latin typeface="Arial"/>
                <a:cs typeface="Arial"/>
              </a:rPr>
              <a:t> foil </a:t>
            </a:r>
            <a:r>
              <a:rPr lang="en-US" sz="1800" dirty="0" err="1">
                <a:latin typeface="Arial"/>
                <a:cs typeface="Arial"/>
              </a:rPr>
              <a:t>đã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được</a:t>
            </a:r>
            <a:r>
              <a:rPr lang="en-US" sz="1800" dirty="0">
                <a:latin typeface="Arial"/>
                <a:cs typeface="Arial"/>
              </a:rPr>
              <a:t> check, ở </a:t>
            </a:r>
            <a:r>
              <a:rPr lang="en-US" sz="1800" dirty="0" err="1">
                <a:latin typeface="Arial"/>
                <a:cs typeface="Arial"/>
              </a:rPr>
              <a:t>màn</a:t>
            </a:r>
            <a:r>
              <a:rPr lang="en-US" sz="1800" dirty="0">
                <a:latin typeface="Arial"/>
                <a:cs typeface="Arial"/>
              </a:rPr>
              <a:t> F743 </a:t>
            </a:r>
            <a:r>
              <a:rPr lang="en-US" sz="1800" dirty="0" err="1">
                <a:latin typeface="Arial"/>
                <a:cs typeface="Arial"/>
              </a:rPr>
              <a:t>sẽ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hiển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thị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thông</a:t>
            </a:r>
            <a:r>
              <a:rPr lang="en-US" sz="1800" dirty="0">
                <a:latin typeface="Arial"/>
                <a:cs typeface="Arial"/>
              </a:rPr>
              <a:t> tin bao </a:t>
            </a:r>
            <a:r>
              <a:rPr lang="en-US" sz="1800" dirty="0" err="1">
                <a:latin typeface="Arial"/>
                <a:cs typeface="Arial"/>
              </a:rPr>
              <a:t>gồm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trạng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thái</a:t>
            </a:r>
            <a:r>
              <a:rPr lang="en-US" sz="1800" dirty="0">
                <a:latin typeface="Arial"/>
                <a:cs typeface="Arial"/>
              </a:rPr>
              <a:t>, </a:t>
            </a:r>
            <a:r>
              <a:rPr lang="en-US" sz="1800" dirty="0" err="1">
                <a:latin typeface="Arial"/>
                <a:cs typeface="Arial"/>
              </a:rPr>
              <a:t>thời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gian</a:t>
            </a:r>
            <a:r>
              <a:rPr lang="en-US" sz="1800" dirty="0">
                <a:latin typeface="Arial"/>
                <a:cs typeface="Arial"/>
              </a:rPr>
              <a:t> check </a:t>
            </a:r>
            <a:r>
              <a:rPr lang="en-US" sz="1800" dirty="0" err="1">
                <a:latin typeface="Arial"/>
                <a:cs typeface="Arial"/>
              </a:rPr>
              <a:t>và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dirty="0" err="1">
                <a:latin typeface="Arial"/>
                <a:cs typeface="Arial"/>
              </a:rPr>
              <a:t>người</a:t>
            </a:r>
            <a:r>
              <a:rPr lang="en-US" sz="1800" dirty="0">
                <a:latin typeface="Arial"/>
                <a:cs typeface="Arial"/>
              </a:rPr>
              <a:t> check</a:t>
            </a:r>
            <a:endParaRPr lang="vi-VN" sz="1800" dirty="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2D6FAB-FB65-C604-78C2-E97B67298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2" y="2697119"/>
            <a:ext cx="12132091" cy="4160881"/>
          </a:xfrm>
          <a:prstGeom prst="rect">
            <a:avLst/>
          </a:prstGeom>
        </p:spPr>
      </p:pic>
      <p:sp>
        <p:nvSpPr>
          <p:cNvPr id="7" name="Tiêu đề 1">
            <a:extLst>
              <a:ext uri="{FF2B5EF4-FFF2-40B4-BE49-F238E27FC236}">
                <a16:creationId xmlns:a16="http://schemas.microsoft.com/office/drawing/2014/main" id="{080B07D8-D8BB-A7FE-0D15-DF7D16883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C243: Check Slitting Lot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86127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E47DC-9D81-E076-F2CA-B1469F54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899FB0B-AA55-84C4-0261-A9D75A5B53E1}"/>
              </a:ext>
            </a:extLst>
          </p:cNvPr>
          <p:cNvGrpSpPr/>
          <p:nvPr/>
        </p:nvGrpSpPr>
        <p:grpSpPr>
          <a:xfrm>
            <a:off x="26142" y="563220"/>
            <a:ext cx="12192000" cy="6467499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DBAF34ED-223F-841D-16C3-E05163E36EA2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51178C4-4EC0-937D-8AB3-BD338A391207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D47A94C4-0F16-B857-332D-3136935F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420269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Chuyển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lại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vào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kho</a:t>
            </a:r>
            <a:r>
              <a:rPr lang="en-US" dirty="0">
                <a:latin typeface="Times New Roman"/>
                <a:cs typeface="Times New Roman"/>
              </a:rPr>
              <a:t> NVL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61CCEA57-1F11-4FCD-E3FD-081A1BFE7499}"/>
              </a:ext>
            </a:extLst>
          </p:cNvPr>
          <p:cNvSpPr txBox="1">
            <a:spLocks/>
          </p:cNvSpPr>
          <p:nvPr/>
        </p:nvSpPr>
        <p:spPr>
          <a:xfrm>
            <a:off x="561133" y="563221"/>
            <a:ext cx="10515600" cy="16221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/>
                <a:cs typeface="Arial"/>
              </a:rPr>
              <a:t>Khi foil </a:t>
            </a:r>
            <a:r>
              <a:rPr lang="en-US" sz="1600" dirty="0" err="1">
                <a:latin typeface="Arial"/>
                <a:cs typeface="Arial"/>
              </a:rPr>
              <a:t>đã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được</a:t>
            </a:r>
            <a:r>
              <a:rPr lang="en-US" sz="1600" dirty="0">
                <a:latin typeface="Arial"/>
                <a:cs typeface="Arial"/>
              </a:rPr>
              <a:t> check, </a:t>
            </a:r>
            <a:r>
              <a:rPr lang="en-US" sz="1600" dirty="0" err="1">
                <a:latin typeface="Arial"/>
                <a:cs typeface="Arial"/>
              </a:rPr>
              <a:t>kho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cắt</a:t>
            </a:r>
            <a:r>
              <a:rPr lang="en-US" sz="1600" dirty="0">
                <a:latin typeface="Arial"/>
                <a:cs typeface="Arial"/>
              </a:rPr>
              <a:t> (Slitting) </a:t>
            </a:r>
            <a:r>
              <a:rPr lang="en-US" sz="1600" dirty="0" err="1">
                <a:latin typeface="Arial"/>
                <a:cs typeface="Arial"/>
              </a:rPr>
              <a:t>có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chuyển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về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kho</a:t>
            </a:r>
            <a:r>
              <a:rPr lang="en-US" sz="1600" dirty="0">
                <a:latin typeface="Arial"/>
                <a:cs typeface="Arial"/>
              </a:rPr>
              <a:t> NVL qua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hình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F430 </a:t>
            </a:r>
            <a:r>
              <a:rPr lang="en-US" sz="1600" b="1" dirty="0" err="1">
                <a:latin typeface="Arial"/>
                <a:cs typeface="Arial"/>
              </a:rPr>
              <a:t>Lịch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sử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đầu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vào</a:t>
            </a:r>
            <a:r>
              <a:rPr lang="en-US" sz="1600" b="1" dirty="0">
                <a:latin typeface="Arial"/>
                <a:cs typeface="Arial"/>
              </a:rPr>
              <a:t> / </a:t>
            </a:r>
            <a:r>
              <a:rPr lang="en-US" sz="1600" b="1" dirty="0" err="1">
                <a:latin typeface="Arial"/>
                <a:cs typeface="Arial"/>
              </a:rPr>
              <a:t>đầu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ra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của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nguyên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liệu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thô</a:t>
            </a:r>
            <a:r>
              <a:rPr lang="en-US" sz="1600" dirty="0">
                <a:latin typeface="Arial"/>
                <a:cs typeface="Arial"/>
              </a:rPr>
              <a:t>. </a:t>
            </a:r>
            <a:r>
              <a:rPr lang="en-US" sz="1600" dirty="0" err="1">
                <a:latin typeface="Arial"/>
                <a:cs typeface="Arial"/>
              </a:rPr>
              <a:t>Tại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hình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F430</a:t>
            </a:r>
            <a:r>
              <a:rPr lang="en-US" sz="1600" dirty="0">
                <a:latin typeface="Arial"/>
                <a:cs typeface="Arial"/>
              </a:rPr>
              <a:t>, Click </a:t>
            </a:r>
            <a:r>
              <a:rPr lang="en-US" sz="1600" dirty="0" err="1">
                <a:latin typeface="Arial"/>
                <a:cs typeface="Arial"/>
              </a:rPr>
              <a:t>nút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Nguyên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đầu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ra</a:t>
            </a:r>
            <a:r>
              <a:rPr lang="en-US" sz="1600" dirty="0">
                <a:latin typeface="Arial"/>
                <a:cs typeface="Arial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Một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hình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phụ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sẽ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hiện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ra</a:t>
            </a:r>
            <a:r>
              <a:rPr lang="en-US" sz="1600" dirty="0">
                <a:latin typeface="Arial"/>
                <a:cs typeface="Arial"/>
              </a:rPr>
              <a:t>, </a:t>
            </a:r>
            <a:r>
              <a:rPr lang="en-US" sz="1600" dirty="0" err="1">
                <a:latin typeface="Arial"/>
                <a:cs typeface="Arial"/>
              </a:rPr>
              <a:t>điền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đầy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đủ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thông</a:t>
            </a:r>
            <a:r>
              <a:rPr lang="en-US" sz="1600" dirty="0">
                <a:latin typeface="Arial"/>
                <a:cs typeface="Arial"/>
              </a:rPr>
              <a:t> tin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thiết</a:t>
            </a:r>
            <a:r>
              <a:rPr lang="en-US" sz="1600" dirty="0">
                <a:latin typeface="Arial"/>
                <a:cs typeface="Arial"/>
              </a:rPr>
              <a:t> (</a:t>
            </a:r>
            <a:r>
              <a:rPr lang="en-US" sz="1600" dirty="0" err="1">
                <a:latin typeface="Arial"/>
                <a:cs typeface="Arial"/>
              </a:rPr>
              <a:t>LotID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lấy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từ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F743)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click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kiếm</a:t>
            </a:r>
            <a:r>
              <a:rPr lang="en-US" sz="1600" dirty="0">
                <a:latin typeface="Arial"/>
                <a:cs typeface="Arial"/>
              </a:rPr>
              <a:t> 	</a:t>
            </a:r>
            <a:r>
              <a:rPr lang="en-US" sz="1600" dirty="0" err="1">
                <a:latin typeface="Arial"/>
                <a:cs typeface="Arial"/>
              </a:rPr>
              <a:t>để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hoàn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thành</a:t>
            </a:r>
            <a:r>
              <a:rPr lang="en-US" sz="1600" dirty="0">
                <a:latin typeface="Arial"/>
                <a:cs typeface="Arial"/>
              </a:rPr>
              <a:t>. </a:t>
            </a:r>
            <a:r>
              <a:rPr lang="en-US" sz="1600" dirty="0" err="1">
                <a:latin typeface="Arial"/>
                <a:cs typeface="Arial"/>
              </a:rPr>
              <a:t>Lịch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sẽ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được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lưu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F430</a:t>
            </a:r>
            <a:endParaRPr lang="vi-VN" sz="1600" b="1" dirty="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F4AE98-0BDE-3244-9A42-3917BAE9A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9" y="2321611"/>
            <a:ext cx="5927616" cy="47020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448809-2B21-C4A3-AF76-5C4288526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20" y="811169"/>
            <a:ext cx="1643846" cy="3753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456F4B-B6E9-7CFC-9EB8-ADA2B0D15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140" y="2697853"/>
            <a:ext cx="6119390" cy="3696020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B6087990-02F1-8C9C-E13A-559F9AD3BED4}"/>
              </a:ext>
            </a:extLst>
          </p:cNvPr>
          <p:cNvSpPr/>
          <p:nvPr/>
        </p:nvSpPr>
        <p:spPr>
          <a:xfrm>
            <a:off x="5786120" y="4293840"/>
            <a:ext cx="619760" cy="504046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0FC9F5-3257-9948-386B-31C0C4C00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714" y="1527167"/>
            <a:ext cx="407005" cy="40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05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04DD-626E-9774-68B1-A9684FD6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1ADAC3F-294D-B061-3987-1B229C717973}"/>
              </a:ext>
            </a:extLst>
          </p:cNvPr>
          <p:cNvGrpSpPr/>
          <p:nvPr/>
        </p:nvGrpSpPr>
        <p:grpSpPr>
          <a:xfrm>
            <a:off x="0" y="563220"/>
            <a:ext cx="12192000" cy="6467499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DFF49AF1-9846-6E12-1B18-74349742F3BB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496567-F156-A7B3-5307-A8BC2ED64A4C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EF71C3C8-9394-90E6-0B57-15DA71CC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420269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Chuyển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lại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vào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kho</a:t>
            </a:r>
            <a:r>
              <a:rPr lang="en-US" dirty="0">
                <a:latin typeface="Times New Roman"/>
                <a:cs typeface="Times New Roman"/>
              </a:rPr>
              <a:t> NVL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F690D822-5819-8E22-820F-C51D649F2C0C}"/>
              </a:ext>
            </a:extLst>
          </p:cNvPr>
          <p:cNvSpPr txBox="1">
            <a:spLocks/>
          </p:cNvSpPr>
          <p:nvPr/>
        </p:nvSpPr>
        <p:spPr>
          <a:xfrm>
            <a:off x="561133" y="884397"/>
            <a:ext cx="10515600" cy="10764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/>
                <a:cs typeface="Arial"/>
              </a:rPr>
              <a:t>Trong </a:t>
            </a:r>
            <a:r>
              <a:rPr lang="en-US" sz="1600" dirty="0" err="1">
                <a:latin typeface="Arial"/>
                <a:cs typeface="Arial"/>
              </a:rPr>
              <a:t>trường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hợp</a:t>
            </a:r>
            <a:r>
              <a:rPr lang="en-US" sz="1600" dirty="0">
                <a:latin typeface="Arial"/>
                <a:cs typeface="Arial"/>
              </a:rPr>
              <a:t> Lot </a:t>
            </a:r>
            <a:r>
              <a:rPr lang="en-US" sz="1600" dirty="0" err="1">
                <a:latin typeface="Arial"/>
                <a:cs typeface="Arial"/>
              </a:rPr>
              <a:t>không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tồn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tại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trong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kho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nguồn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hoặc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chưa</a:t>
            </a:r>
            <a:r>
              <a:rPr lang="en-US" sz="1600" dirty="0">
                <a:latin typeface="Arial"/>
                <a:cs typeface="Arial"/>
              </a:rPr>
              <a:t> check, </a:t>
            </a:r>
            <a:r>
              <a:rPr lang="en-US" sz="1600" dirty="0" err="1">
                <a:latin typeface="Arial"/>
                <a:cs typeface="Arial"/>
              </a:rPr>
              <a:t>hệ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thống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sẽ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báo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lỗi</a:t>
            </a:r>
            <a:endParaRPr lang="vi-VN" sz="1600" b="1" dirty="0">
              <a:latin typeface="Arial"/>
              <a:cs typeface="Arial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92AEBD8-FF62-DA51-F3F9-4D62683B16CD}"/>
              </a:ext>
            </a:extLst>
          </p:cNvPr>
          <p:cNvSpPr/>
          <p:nvPr/>
        </p:nvSpPr>
        <p:spPr>
          <a:xfrm>
            <a:off x="5786120" y="4293840"/>
            <a:ext cx="619760" cy="504046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372DC2-9A88-CF7F-8296-943709FBF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7233"/>
            <a:ext cx="6154910" cy="3657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DB9F31-AC92-1049-869B-4FF49158B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266944"/>
            <a:ext cx="612667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67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7D2F-52EC-DDC3-D349-B5186197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ED5EA40-1D57-97E8-A2DC-5A06A7C04614}"/>
              </a:ext>
            </a:extLst>
          </p:cNvPr>
          <p:cNvGrpSpPr/>
          <p:nvPr/>
        </p:nvGrpSpPr>
        <p:grpSpPr>
          <a:xfrm>
            <a:off x="26142" y="563220"/>
            <a:ext cx="12192000" cy="6467499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17C4A85A-7AC0-8C8E-CB5C-92D25DBFBA14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D8378F-4B81-24FE-E862-8C646699CE3B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E0AD94A9-C8C5-14CC-9E9E-5A434C8A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420269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Chuyển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lại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vào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kho</a:t>
            </a:r>
            <a:r>
              <a:rPr lang="en-US" dirty="0">
                <a:latin typeface="Times New Roman"/>
                <a:cs typeface="Times New Roman"/>
              </a:rPr>
              <a:t> NVL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458471A0-0D11-64D2-88FF-FEF03192F3DC}"/>
              </a:ext>
            </a:extLst>
          </p:cNvPr>
          <p:cNvSpPr txBox="1">
            <a:spLocks/>
          </p:cNvSpPr>
          <p:nvPr/>
        </p:nvSpPr>
        <p:spPr>
          <a:xfrm>
            <a:off x="561133" y="751839"/>
            <a:ext cx="10515600" cy="1433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sau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hoàn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thành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việc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xuất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kho</a:t>
            </a:r>
            <a:r>
              <a:rPr lang="en-US" sz="1600" dirty="0">
                <a:latin typeface="Arial"/>
                <a:cs typeface="Arial"/>
              </a:rPr>
              <a:t>, </a:t>
            </a:r>
            <a:r>
              <a:rPr lang="en-US" sz="1600" dirty="0" err="1">
                <a:latin typeface="Arial"/>
                <a:cs typeface="Arial"/>
              </a:rPr>
              <a:t>lịch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xuất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kho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sẽ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được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lưu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F430</a:t>
            </a:r>
            <a:endParaRPr lang="vi-VN" sz="1600" b="1" dirty="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A48431-6956-6922-01DC-4271E427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9" y="1851793"/>
            <a:ext cx="12147333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99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1324-AE5A-197A-A74D-926F957F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B37DA26-DF34-587E-FDA1-38837784EA4B}"/>
              </a:ext>
            </a:extLst>
          </p:cNvPr>
          <p:cNvGrpSpPr/>
          <p:nvPr/>
        </p:nvGrpSpPr>
        <p:grpSpPr>
          <a:xfrm>
            <a:off x="26142" y="563220"/>
            <a:ext cx="12192000" cy="6467499"/>
            <a:chOff x="0" y="0"/>
            <a:chExt cx="4816593" cy="62166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60E68EA-6F1D-B152-C0B8-51871954A766}"/>
                </a:ext>
              </a:extLst>
            </p:cNvPr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E01011-BEC7-BCFA-2CFB-7A8EA420DCD1}"/>
                </a:ext>
              </a:extLst>
            </p:cNvPr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00"/>
                </a:lnSpc>
              </a:pPr>
              <a:endParaRPr sz="1200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A5F8AB74-991B-B5D4-D790-917785B2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39" y="142951"/>
            <a:ext cx="10515600" cy="420269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Chuyển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lại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vào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kho</a:t>
            </a:r>
            <a:r>
              <a:rPr lang="en-US" dirty="0">
                <a:latin typeface="Times New Roman"/>
                <a:cs typeface="Times New Roman"/>
              </a:rPr>
              <a:t> NVL</a:t>
            </a:r>
            <a:endParaRPr lang="vi-VN" dirty="0"/>
          </a:p>
        </p:txBody>
      </p:sp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34B66A15-7051-FC43-003F-82FA923E635B}"/>
              </a:ext>
            </a:extLst>
          </p:cNvPr>
          <p:cNvSpPr txBox="1">
            <a:spLocks/>
          </p:cNvSpPr>
          <p:nvPr/>
        </p:nvSpPr>
        <p:spPr>
          <a:xfrm>
            <a:off x="561133" y="772159"/>
            <a:ext cx="10515600" cy="14131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Để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kiếm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danh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sách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vật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tồn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kho</a:t>
            </a:r>
            <a:r>
              <a:rPr lang="en-US" sz="1600" dirty="0">
                <a:latin typeface="Arial"/>
                <a:cs typeface="Arial"/>
              </a:rPr>
              <a:t>, ta </a:t>
            </a:r>
            <a:r>
              <a:rPr lang="en-US" sz="1600" dirty="0" err="1">
                <a:latin typeface="Arial"/>
                <a:cs typeface="Arial"/>
              </a:rPr>
              <a:t>vào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màn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F721 </a:t>
            </a:r>
            <a:r>
              <a:rPr lang="en-US" sz="1600" b="1" dirty="0" err="1">
                <a:latin typeface="Arial"/>
                <a:cs typeface="Arial"/>
              </a:rPr>
              <a:t>Vietnam_Danh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mục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vật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liệu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tồn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kho</a:t>
            </a:r>
            <a:r>
              <a:rPr lang="en-US" sz="1600" b="1" dirty="0">
                <a:latin typeface="Arial"/>
                <a:cs typeface="Arial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mã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kho</a:t>
            </a:r>
            <a:r>
              <a:rPr lang="en-US" sz="1600" dirty="0">
                <a:latin typeface="Arial"/>
                <a:cs typeface="Arial"/>
              </a:rPr>
              <a:t> NVL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sau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ấn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kiếm</a:t>
            </a: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248FEB-9037-BD81-C81C-F15D0DBA4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002" y="1168614"/>
            <a:ext cx="430237" cy="4302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61F6C9-1FE8-B7F6-FE8E-2B103129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" y="1807790"/>
            <a:ext cx="12192000" cy="505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90324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813</Words>
  <Application>Microsoft Office PowerPoint</Application>
  <PresentationFormat>Widescreen</PresentationFormat>
  <Paragraphs>69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Chủ đề của Office</vt:lpstr>
      <vt:lpstr>Hướng dẫn màn F744</vt:lpstr>
      <vt:lpstr>PowerPoint Presentation</vt:lpstr>
      <vt:lpstr>PowerPoint Presentation</vt:lpstr>
      <vt:lpstr>Thêm thiết lập chiều rộng foil</vt:lpstr>
      <vt:lpstr>Sửa thiết lập</vt:lpstr>
      <vt:lpstr>Xóa thiết lập</vt:lpstr>
      <vt:lpstr>Hướng dẫn màn F743</vt:lpstr>
      <vt:lpstr>PowerPoint Presentation</vt:lpstr>
      <vt:lpstr>PowerPoint Presentation</vt:lpstr>
      <vt:lpstr>PowerPoint Presentation</vt:lpstr>
      <vt:lpstr>Thêm foil đã cắt</vt:lpstr>
      <vt:lpstr>Sửa thông tin foil đã cắt</vt:lpstr>
      <vt:lpstr>Xóa foil đã cắt</vt:lpstr>
      <vt:lpstr>Chốt slitting</vt:lpstr>
      <vt:lpstr>In tem</vt:lpstr>
      <vt:lpstr>C243: Check Slitting Lot</vt:lpstr>
      <vt:lpstr>C243: Check Slitting Lot</vt:lpstr>
      <vt:lpstr>Chuyển lại vào kho NVL</vt:lpstr>
      <vt:lpstr>Chuyển lại vào kho NVL</vt:lpstr>
      <vt:lpstr>Chuyển lại vào kho NVL</vt:lpstr>
      <vt:lpstr>Chuyển lại vào kho NVL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Nguyen Van Duc</cp:lastModifiedBy>
  <cp:revision>28</cp:revision>
  <dcterms:created xsi:type="dcterms:W3CDTF">2024-12-11T01:57:24Z</dcterms:created>
  <dcterms:modified xsi:type="dcterms:W3CDTF">2026-03-07T02:02:23Z</dcterms:modified>
</cp:coreProperties>
</file>