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8"/>
  </p:notesMasterIdLst>
  <p:sldIdLst>
    <p:sldId id="256" r:id="rId2"/>
    <p:sldId id="283" r:id="rId3"/>
    <p:sldId id="293" r:id="rId4"/>
    <p:sldId id="282" r:id="rId5"/>
    <p:sldId id="292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QUY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4057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 TEM </a:t>
            </a:r>
          </a:p>
          <a:p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digi</a:t>
            </a:r>
            <a:r>
              <a:rPr lang="en-US" dirty="0"/>
              <a:t>-key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317A-1AA3-B0BA-3FF8-D6067A0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682E-126D-5CE0-4124-4751C038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B757</a:t>
            </a:r>
            <a:r>
              <a:rPr lang="en-US" b="1" dirty="0"/>
              <a:t> –in </a:t>
            </a:r>
            <a:r>
              <a:rPr lang="en-US" b="1" dirty="0" err="1"/>
              <a:t>nhãn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nhãn</a:t>
            </a:r>
            <a:r>
              <a:rPr lang="en-US" b="1" dirty="0"/>
              <a:t> logistic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74AB1-0E5E-2213-15D4-F34B4A7F10D3}"/>
              </a:ext>
            </a:extLst>
          </p:cNvPr>
          <p:cNvSpPr txBox="1"/>
          <p:nvPr/>
        </p:nvSpPr>
        <p:spPr>
          <a:xfrm>
            <a:off x="603504" y="779511"/>
            <a:ext cx="10597896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B2FF8-F9CD-7ED7-1539-2F893BF4B95A}"/>
              </a:ext>
            </a:extLst>
          </p:cNvPr>
          <p:cNvSpPr txBox="1"/>
          <p:nvPr/>
        </p:nvSpPr>
        <p:spPr>
          <a:xfrm>
            <a:off x="603504" y="1833154"/>
            <a:ext cx="4750689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NHÃN 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in.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3F472D-E7FD-C1FF-9C9E-BFD7BB10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192" y="1237585"/>
            <a:ext cx="6837807" cy="460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0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B45A-46A8-91B6-BBBF-E20925C6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C675C-471A-26F2-261A-3A9A37947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B757</a:t>
            </a:r>
            <a:r>
              <a:rPr lang="en-US" b="1" dirty="0"/>
              <a:t> –in </a:t>
            </a:r>
            <a:r>
              <a:rPr lang="en-US" b="1" dirty="0" err="1"/>
              <a:t>nhãn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nhãn</a:t>
            </a:r>
            <a:r>
              <a:rPr lang="en-US" b="1" dirty="0"/>
              <a:t> logistic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29606C-10BF-89C1-94DF-773960C38100}"/>
              </a:ext>
            </a:extLst>
          </p:cNvPr>
          <p:cNvSpPr txBox="1"/>
          <p:nvPr/>
        </p:nvSpPr>
        <p:spPr>
          <a:xfrm>
            <a:off x="603504" y="779511"/>
            <a:ext cx="10597896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B4DF28-7067-6140-FBA8-58D3220D89BA}"/>
              </a:ext>
            </a:extLst>
          </p:cNvPr>
          <p:cNvSpPr txBox="1"/>
          <p:nvPr/>
        </p:nvSpPr>
        <p:spPr>
          <a:xfrm>
            <a:off x="603504" y="1833154"/>
            <a:ext cx="4750689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NHÃN LOGISTIC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PO, PO Line Number, Pack List Number,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in.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3170F-EB6A-8C55-E104-064256435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008548"/>
            <a:ext cx="5705474" cy="4040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08E5B4-8C85-F770-A1EE-E872FB7D5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424" y="4630400"/>
            <a:ext cx="2619137" cy="8381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AB6409-F984-BB1C-9D2A-5BC034550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784175"/>
            <a:ext cx="2955036" cy="992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702DA8-4885-12C5-0DD5-E8768BAC3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49" y="5712228"/>
            <a:ext cx="3285881" cy="1073922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BEE8EC80-F101-659F-A65A-B1CCB94A03E8}"/>
              </a:ext>
            </a:extLst>
          </p:cNvPr>
          <p:cNvSpPr/>
          <p:nvPr/>
        </p:nvSpPr>
        <p:spPr>
          <a:xfrm>
            <a:off x="9086850" y="4057650"/>
            <a:ext cx="485775" cy="4986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7EB4422-055E-5D3A-5995-BC0A18A9D17B}"/>
              </a:ext>
            </a:extLst>
          </p:cNvPr>
          <p:cNvSpPr/>
          <p:nvPr/>
        </p:nvSpPr>
        <p:spPr>
          <a:xfrm>
            <a:off x="9007030" y="5377018"/>
            <a:ext cx="485775" cy="4986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4814F4D-0128-076B-F75B-3B9CA4C73F25}"/>
              </a:ext>
            </a:extLst>
          </p:cNvPr>
          <p:cNvSpPr/>
          <p:nvPr/>
        </p:nvSpPr>
        <p:spPr>
          <a:xfrm>
            <a:off x="6789392" y="6028086"/>
            <a:ext cx="619125" cy="50482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81177"/>
            <a:ext cx="11431143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B758</a:t>
            </a:r>
            <a:r>
              <a:rPr lang="en-US" b="1" dirty="0"/>
              <a:t> In </a:t>
            </a:r>
            <a:r>
              <a:rPr lang="en-US" b="1" dirty="0" err="1"/>
              <a:t>tem</a:t>
            </a:r>
            <a:r>
              <a:rPr lang="en-US" b="1" dirty="0"/>
              <a:t> </a:t>
            </a:r>
            <a:r>
              <a:rPr lang="en-US" b="1" dirty="0" err="1"/>
              <a:t>Thùng</a:t>
            </a:r>
            <a:r>
              <a:rPr lang="en-US" b="1" dirty="0"/>
              <a:t>, </a:t>
            </a:r>
            <a:r>
              <a:rPr lang="en-US" b="1" dirty="0" err="1"/>
              <a:t>hộp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/>
              <a:t> MIXED LOAD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6D533F-C23F-6FB5-BC7A-79C5DB269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3" y="1630432"/>
            <a:ext cx="6509619" cy="5033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801936-39A6-29E1-9B94-2DCCCE4A4E63}"/>
              </a:ext>
            </a:extLst>
          </p:cNvPr>
          <p:cNvSpPr txBox="1"/>
          <p:nvPr/>
        </p:nvSpPr>
        <p:spPr>
          <a:xfrm>
            <a:off x="603504" y="1724431"/>
            <a:ext cx="487337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 List Number: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Weight: Cân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PackageCount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thùng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CC73-090B-B43B-A46F-AE377165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E728-CD8A-1CB6-F62C-9AC22F44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81177"/>
            <a:ext cx="11431143" cy="51826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3B6D4-EB10-EC46-3C87-4A4316F16D9B}"/>
              </a:ext>
            </a:extLst>
          </p:cNvPr>
          <p:cNvSpPr txBox="1"/>
          <p:nvPr/>
        </p:nvSpPr>
        <p:spPr>
          <a:xfrm>
            <a:off x="603504" y="908681"/>
            <a:ext cx="10597896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Lưu ý: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61C0E3-BD6B-F20E-2425-806FA2283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340" y="1716585"/>
            <a:ext cx="3693319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2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220+ Thanks For Watching Stock Illustrations, Royalty-Free Vector Graphics  &amp; Clip Art - iStock | Thank you">
            <a:extLst>
              <a:ext uri="{FF2B5EF4-FFF2-40B4-BE49-F238E27FC236}">
                <a16:creationId xmlns:a16="http://schemas.microsoft.com/office/drawing/2014/main" id="{09E9E6D5-6C96-7D5C-5037-A62AD61E9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335367"/>
            <a:ext cx="8724900" cy="618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74663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2308</TotalTime>
  <Words>258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QUY Trình</vt:lpstr>
      <vt:lpstr>I. B757 –in nhãn sản phẩm và nhãn logistic </vt:lpstr>
      <vt:lpstr>I. B757 –in nhãn sản phẩm và nhãn logistic </vt:lpstr>
      <vt:lpstr>II. B758 In tem Thùng, hộp hàng MIXED LOAD</vt:lpstr>
      <vt:lpstr>Kết quả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31</cp:revision>
  <dcterms:created xsi:type="dcterms:W3CDTF">2024-11-11T07:28:55Z</dcterms:created>
  <dcterms:modified xsi:type="dcterms:W3CDTF">2025-09-01T06:26:55Z</dcterms:modified>
</cp:coreProperties>
</file>