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19"/>
  </p:notesMasterIdLst>
  <p:sldIdLst>
    <p:sldId id="256" r:id="rId2"/>
    <p:sldId id="257" r:id="rId3"/>
    <p:sldId id="292" r:id="rId4"/>
    <p:sldId id="293" r:id="rId5"/>
    <p:sldId id="298" r:id="rId6"/>
    <p:sldId id="294" r:id="rId7"/>
    <p:sldId id="299" r:id="rId8"/>
    <p:sldId id="295" r:id="rId9"/>
    <p:sldId id="296" r:id="rId10"/>
    <p:sldId id="303" r:id="rId11"/>
    <p:sldId id="297" r:id="rId12"/>
    <p:sldId id="300" r:id="rId13"/>
    <p:sldId id="304" r:id="rId14"/>
    <p:sldId id="301" r:id="rId15"/>
    <p:sldId id="305" r:id="rId16"/>
    <p:sldId id="306" r:id="rId17"/>
    <p:sldId id="30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3333CC"/>
    <a:srgbClr val="E7EAEF"/>
    <a:srgbClr val="F4E9E6"/>
    <a:srgbClr val="FF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65420-464B-43DC-AAFB-989FC49D2D99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6C847-AE22-46BF-9DC4-44830D123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4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1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2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07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3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9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5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7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0" r:id="rId6"/>
    <p:sldLayoutId id="2147483766" r:id="rId7"/>
    <p:sldLayoutId id="2147483767" r:id="rId8"/>
    <p:sldLayoutId id="2147483768" r:id="rId9"/>
    <p:sldLayoutId id="2147483769" r:id="rId10"/>
    <p:sldLayoutId id="214748377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269A5-FF2D-F7BE-4BD5-86E842FE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664100"/>
            <a:ext cx="3803350" cy="2037951"/>
          </a:xfrm>
        </p:spPr>
        <p:txBody>
          <a:bodyPr anchor="ctr">
            <a:normAutofit/>
          </a:bodyPr>
          <a:lstStyle/>
          <a:p>
            <a:r>
              <a:rPr lang="en-US" dirty="0"/>
              <a:t>Quy </a:t>
            </a:r>
            <a:r>
              <a:rPr lang="en-US" dirty="0" err="1"/>
              <a:t>Trình</a:t>
            </a:r>
            <a:r>
              <a:rPr lang="en-US" dirty="0"/>
              <a:t> Slitting </a:t>
            </a:r>
            <a:br>
              <a:rPr lang="en-US" dirty="0"/>
            </a:br>
            <a:r>
              <a:rPr lang="en-US" dirty="0"/>
              <a:t>Hà Nam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A3248-AB51-3CD4-D600-621571EF0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587692"/>
            <a:ext cx="3119010" cy="1013687"/>
          </a:xfrm>
        </p:spPr>
        <p:txBody>
          <a:bodyPr anchor="b">
            <a:normAutofit/>
          </a:bodyPr>
          <a:lstStyle/>
          <a:p>
            <a:r>
              <a:rPr lang="en-US" dirty="0"/>
              <a:t>Created by EA Vietnam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20321-16A0-BC34-9658-EBA43B12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310" y="951418"/>
            <a:ext cx="5822282" cy="312663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96B459-B775-A815-CF41-38B3F79043C9}"/>
              </a:ext>
            </a:extLst>
          </p:cNvPr>
          <p:cNvSpPr/>
          <p:nvPr/>
        </p:nvSpPr>
        <p:spPr>
          <a:xfrm>
            <a:off x="5772310" y="4910328"/>
            <a:ext cx="5822282" cy="99625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SLITTING</a:t>
            </a:r>
          </a:p>
        </p:txBody>
      </p:sp>
    </p:spTree>
    <p:extLst>
      <p:ext uri="{BB962C8B-B14F-4D97-AF65-F5344CB8AC3E}">
        <p14:creationId xmlns:p14="http://schemas.microsoft.com/office/powerpoint/2010/main" val="237535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600FC-4D32-0F5C-F60A-0304721DD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48409"/>
          </a:xfrm>
        </p:spPr>
        <p:txBody>
          <a:bodyPr>
            <a:normAutofit/>
          </a:bodyPr>
          <a:lstStyle/>
          <a:p>
            <a:r>
              <a:rPr lang="en-US" b="1" dirty="0"/>
              <a:t>Quy </a:t>
            </a:r>
            <a:r>
              <a:rPr lang="en-US" b="1" dirty="0" err="1"/>
              <a:t>trình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6FABDF-0287-2E01-8279-3EB45AB82D0A}"/>
              </a:ext>
            </a:extLst>
          </p:cNvPr>
          <p:cNvSpPr/>
          <p:nvPr/>
        </p:nvSpPr>
        <p:spPr>
          <a:xfrm>
            <a:off x="477520" y="802640"/>
            <a:ext cx="11256264" cy="5864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E5C1BD-3E7F-C99F-CEFE-16212C2CB62D}"/>
              </a:ext>
            </a:extLst>
          </p:cNvPr>
          <p:cNvSpPr/>
          <p:nvPr/>
        </p:nvSpPr>
        <p:spPr>
          <a:xfrm>
            <a:off x="697484" y="1011555"/>
            <a:ext cx="263144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F744</a:t>
            </a:r>
            <a:br>
              <a:rPr lang="en-US" dirty="0"/>
            </a:b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slitting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4CDC0B-434B-426F-4AFB-928BD2B98EB1}"/>
              </a:ext>
            </a:extLst>
          </p:cNvPr>
          <p:cNvSpPr/>
          <p:nvPr/>
        </p:nvSpPr>
        <p:spPr>
          <a:xfrm>
            <a:off x="4496561" y="1011555"/>
            <a:ext cx="321780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F743</a:t>
            </a:r>
            <a:br>
              <a:rPr lang="en-US" dirty="0"/>
            </a:b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slitting 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1C81103-19D1-2D13-A435-8DA3BDF69CAA}"/>
              </a:ext>
            </a:extLst>
          </p:cNvPr>
          <p:cNvSpPr/>
          <p:nvPr/>
        </p:nvSpPr>
        <p:spPr>
          <a:xfrm>
            <a:off x="3414776" y="1285875"/>
            <a:ext cx="998032" cy="58928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E48A228-16BF-D9EB-01D3-520973A3D287}"/>
              </a:ext>
            </a:extLst>
          </p:cNvPr>
          <p:cNvSpPr/>
          <p:nvPr/>
        </p:nvSpPr>
        <p:spPr>
          <a:xfrm>
            <a:off x="8876223" y="1011555"/>
            <a:ext cx="263144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F746</a:t>
            </a:r>
            <a:br>
              <a:rPr lang="en-US" dirty="0"/>
            </a:b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slitting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08DE8AA-FA2C-5494-D494-F00104F607BF}"/>
              </a:ext>
            </a:extLst>
          </p:cNvPr>
          <p:cNvSpPr/>
          <p:nvPr/>
        </p:nvSpPr>
        <p:spPr>
          <a:xfrm>
            <a:off x="7796276" y="1285875"/>
            <a:ext cx="998032" cy="58928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C556F7-A957-7FC4-A334-1A4ED5C2DA07}"/>
              </a:ext>
            </a:extLst>
          </p:cNvPr>
          <p:cNvSpPr/>
          <p:nvPr/>
        </p:nvSpPr>
        <p:spPr>
          <a:xfrm>
            <a:off x="4496561" y="3223485"/>
            <a:ext cx="321780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C243</a:t>
            </a:r>
            <a:br>
              <a:rPr lang="en-US" dirty="0"/>
            </a:b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Lot slitting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65663DE-1B35-60D9-E603-BE14E6FF1E47}"/>
              </a:ext>
            </a:extLst>
          </p:cNvPr>
          <p:cNvSpPr/>
          <p:nvPr/>
        </p:nvSpPr>
        <p:spPr>
          <a:xfrm rot="5400000">
            <a:off x="5659895" y="2391840"/>
            <a:ext cx="891129" cy="58928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37B1D81-52DE-D241-B2C1-AB4DCB7478F8}"/>
              </a:ext>
            </a:extLst>
          </p:cNvPr>
          <p:cNvSpPr/>
          <p:nvPr/>
        </p:nvSpPr>
        <p:spPr>
          <a:xfrm>
            <a:off x="8876223" y="3223485"/>
            <a:ext cx="263144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F747</a:t>
            </a:r>
            <a:br>
              <a:rPr lang="en-US" dirty="0"/>
            </a:b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check NG </a:t>
            </a:r>
          </a:p>
          <a:p>
            <a:pPr algn="ctr"/>
            <a:r>
              <a:rPr lang="en-US" dirty="0" err="1"/>
              <a:t>và</a:t>
            </a:r>
            <a:r>
              <a:rPr lang="en-US" dirty="0"/>
              <a:t> Pass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4FE67CB-1BB8-AB1B-0C97-1B1D73E0593A}"/>
              </a:ext>
            </a:extLst>
          </p:cNvPr>
          <p:cNvSpPr/>
          <p:nvPr/>
        </p:nvSpPr>
        <p:spPr>
          <a:xfrm>
            <a:off x="7796276" y="3497805"/>
            <a:ext cx="998032" cy="58928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7B27A2C-5770-AA91-EF6C-CCD706C1803B}"/>
              </a:ext>
            </a:extLst>
          </p:cNvPr>
          <p:cNvSpPr/>
          <p:nvPr/>
        </p:nvSpPr>
        <p:spPr>
          <a:xfrm>
            <a:off x="4496561" y="5435414"/>
            <a:ext cx="321780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F748</a:t>
            </a:r>
            <a:br>
              <a:rPr lang="en-US" dirty="0"/>
            </a:b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kho</a:t>
            </a:r>
            <a:r>
              <a:rPr lang="en-US" dirty="0"/>
              <a:t> NVL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ED57F140-0496-BD1A-0BE5-4FCF243FD201}"/>
              </a:ext>
            </a:extLst>
          </p:cNvPr>
          <p:cNvSpPr/>
          <p:nvPr/>
        </p:nvSpPr>
        <p:spPr>
          <a:xfrm rot="5400000">
            <a:off x="5659895" y="4603769"/>
            <a:ext cx="891129" cy="58928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265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05AB5-2C71-D1EB-C77E-188F13F76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07104-8D7D-3AF1-7244-A84B7DD2B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00492"/>
          </a:xfrm>
        </p:spPr>
        <p:txBody>
          <a:bodyPr>
            <a:normAutofit/>
          </a:bodyPr>
          <a:lstStyle/>
          <a:p>
            <a:r>
              <a:rPr lang="en-US" b="1" dirty="0"/>
              <a:t>I.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chiều</a:t>
            </a:r>
            <a:r>
              <a:rPr lang="en-US" b="1" dirty="0"/>
              <a:t> </a:t>
            </a:r>
            <a:r>
              <a:rPr lang="en-US" b="1" dirty="0" err="1"/>
              <a:t>rộng</a:t>
            </a:r>
            <a:r>
              <a:rPr lang="en-US" b="1" dirty="0"/>
              <a:t> slitting </a:t>
            </a:r>
            <a:r>
              <a:rPr lang="en-US" b="1" dirty="0">
                <a:solidFill>
                  <a:srgbClr val="FF0000"/>
                </a:solidFill>
              </a:rPr>
              <a:t>f744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5984CC-6894-A9B4-3F2B-B66DD61A90F2}"/>
              </a:ext>
            </a:extLst>
          </p:cNvPr>
          <p:cNvSpPr txBox="1"/>
          <p:nvPr/>
        </p:nvSpPr>
        <p:spPr>
          <a:xfrm>
            <a:off x="603504" y="76192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90EBC7-7865-5B51-64AE-010B7DAC8A4F}"/>
              </a:ext>
            </a:extLst>
          </p:cNvPr>
          <p:cNvSpPr txBox="1"/>
          <p:nvPr/>
        </p:nvSpPr>
        <p:spPr>
          <a:xfrm>
            <a:off x="603504" y="1708711"/>
            <a:ext cx="41772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foil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F743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22A37-3D4B-7EC9-81CE-498DD50CFDCF}"/>
              </a:ext>
            </a:extLst>
          </p:cNvPr>
          <p:cNvSpPr txBox="1"/>
          <p:nvPr/>
        </p:nvSpPr>
        <p:spPr>
          <a:xfrm>
            <a:off x="603504" y="3585136"/>
            <a:ext cx="4177284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D3B143-5633-BD06-5305-77077B8CF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585" y="1595266"/>
            <a:ext cx="6969798" cy="51492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9E865B-EF0D-9850-BF06-5CF4C4B62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145" y="3597561"/>
            <a:ext cx="371429" cy="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5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69312-3B26-B23B-3CF9-8E0CACA1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2866-D4A2-2D56-5715-769472DB7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00492"/>
          </a:xfrm>
        </p:spPr>
        <p:txBody>
          <a:bodyPr>
            <a:normAutofit/>
          </a:bodyPr>
          <a:lstStyle/>
          <a:p>
            <a:r>
              <a:rPr lang="en-US" b="1" dirty="0"/>
              <a:t>I.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chiều</a:t>
            </a:r>
            <a:r>
              <a:rPr lang="en-US" b="1" dirty="0"/>
              <a:t> </a:t>
            </a:r>
            <a:r>
              <a:rPr lang="en-US" b="1" dirty="0" err="1"/>
              <a:t>rộng</a:t>
            </a:r>
            <a:r>
              <a:rPr lang="en-US" b="1" dirty="0"/>
              <a:t> slitting </a:t>
            </a:r>
            <a:r>
              <a:rPr lang="en-US" b="1" dirty="0">
                <a:solidFill>
                  <a:srgbClr val="FF0000"/>
                </a:solidFill>
              </a:rPr>
              <a:t>f744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C5C463-7842-2226-8AA0-AB48B6E5F6A1}"/>
              </a:ext>
            </a:extLst>
          </p:cNvPr>
          <p:cNvSpPr txBox="1"/>
          <p:nvPr/>
        </p:nvSpPr>
        <p:spPr>
          <a:xfrm>
            <a:off x="603504" y="76192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98B9D7-B2EC-8C22-B5DF-0A20DDE2C1BA}"/>
              </a:ext>
            </a:extLst>
          </p:cNvPr>
          <p:cNvSpPr/>
          <p:nvPr/>
        </p:nvSpPr>
        <p:spPr>
          <a:xfrm>
            <a:off x="546355" y="1131258"/>
            <a:ext cx="3724275" cy="1295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3F465A-53BF-1A57-A7CD-47B4B15468A0}"/>
              </a:ext>
            </a:extLst>
          </p:cNvPr>
          <p:cNvSpPr txBox="1"/>
          <p:nvPr/>
        </p:nvSpPr>
        <p:spPr>
          <a:xfrm>
            <a:off x="673609" y="1255975"/>
            <a:ext cx="35970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xanh</a:t>
            </a:r>
            <a:r>
              <a:rPr lang="en-US" sz="16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đậm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xanh</a:t>
            </a:r>
            <a:r>
              <a:rPr lang="en-US" sz="16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nhạt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A85F8-D66B-013A-0769-DA11E38031C9}"/>
              </a:ext>
            </a:extLst>
          </p:cNvPr>
          <p:cNvSpPr txBox="1"/>
          <p:nvPr/>
        </p:nvSpPr>
        <p:spPr>
          <a:xfrm>
            <a:off x="590931" y="2551375"/>
            <a:ext cx="3692272" cy="3741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600" b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16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(2.1)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(2.2)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972C4A-FD32-E865-22CC-2408227E3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776" y="946592"/>
            <a:ext cx="7896224" cy="46731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E15B59-1297-0602-E07C-2F936D59629B}"/>
              </a:ext>
            </a:extLst>
          </p:cNvPr>
          <p:cNvSpPr txBox="1"/>
          <p:nvPr/>
        </p:nvSpPr>
        <p:spPr>
          <a:xfrm>
            <a:off x="4270630" y="6000396"/>
            <a:ext cx="772325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foil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16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16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M2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giấy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nặng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16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16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636B332-21ED-0D15-8334-317D9A308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15" y="2644840"/>
            <a:ext cx="438135" cy="4381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994FB6-43A4-A5F4-5E10-56ED52626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4200" y="5581650"/>
            <a:ext cx="382300" cy="38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841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C90FE-8E16-288E-3BAB-F1C9BB392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DAFA3-0449-3A49-EEB0-213D153B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00492"/>
          </a:xfrm>
        </p:spPr>
        <p:txBody>
          <a:bodyPr>
            <a:normAutofit/>
          </a:bodyPr>
          <a:lstStyle/>
          <a:p>
            <a:r>
              <a:rPr lang="en-US" b="1" dirty="0"/>
              <a:t>I.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chiều</a:t>
            </a:r>
            <a:r>
              <a:rPr lang="en-US" b="1" dirty="0"/>
              <a:t> </a:t>
            </a:r>
            <a:r>
              <a:rPr lang="en-US" b="1" dirty="0" err="1"/>
              <a:t>rộng</a:t>
            </a:r>
            <a:r>
              <a:rPr lang="en-US" b="1" dirty="0"/>
              <a:t> slitting </a:t>
            </a:r>
            <a:r>
              <a:rPr lang="en-US" b="1" dirty="0">
                <a:solidFill>
                  <a:srgbClr val="FF0000"/>
                </a:solidFill>
              </a:rPr>
              <a:t>f744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A560CC-8C76-D4A4-727E-8A23811B0A9B}"/>
              </a:ext>
            </a:extLst>
          </p:cNvPr>
          <p:cNvSpPr/>
          <p:nvPr/>
        </p:nvSpPr>
        <p:spPr>
          <a:xfrm>
            <a:off x="718280" y="1628775"/>
            <a:ext cx="4162425" cy="488632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55FF77-D774-6A17-F5F1-227A4248CB2F}"/>
              </a:ext>
            </a:extLst>
          </p:cNvPr>
          <p:cNvSpPr txBox="1"/>
          <p:nvPr/>
        </p:nvSpPr>
        <p:spPr>
          <a:xfrm>
            <a:off x="603504" y="76192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gặp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1262D1-1888-C06F-FB46-A49A4B30A764}"/>
              </a:ext>
            </a:extLst>
          </p:cNvPr>
          <p:cNvSpPr txBox="1"/>
          <p:nvPr/>
        </p:nvSpPr>
        <p:spPr>
          <a:xfrm>
            <a:off x="975645" y="2104486"/>
            <a:ext cx="36922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Trùng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rồi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23A5EA-0457-FE65-6F45-AC6E52E2D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971" y="4014787"/>
            <a:ext cx="3047619" cy="14761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40837B0-B24B-043C-7EA0-65D54F45DCB4}"/>
              </a:ext>
            </a:extLst>
          </p:cNvPr>
          <p:cNvSpPr/>
          <p:nvPr/>
        </p:nvSpPr>
        <p:spPr>
          <a:xfrm>
            <a:off x="6172200" y="1628775"/>
            <a:ext cx="4162425" cy="488632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1DE345-8FF4-D7F0-07D6-A9D6BD139746}"/>
              </a:ext>
            </a:extLst>
          </p:cNvPr>
          <p:cNvSpPr txBox="1"/>
          <p:nvPr/>
        </p:nvSpPr>
        <p:spPr>
          <a:xfrm>
            <a:off x="6429565" y="2104486"/>
            <a:ext cx="36922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xanh</a:t>
            </a:r>
            <a:r>
              <a:rPr lang="en-US" sz="16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đậm</a:t>
            </a:r>
            <a:r>
              <a:rPr lang="en-US" sz="16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11E0683-E5CC-2D08-CA78-1D6E27DFF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606" y="4014787"/>
            <a:ext cx="2276190" cy="14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53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57DFE-2C1A-11C2-057B-A8D3BD261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776CF-1779-06FF-EB5A-6FAA8662F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00492"/>
          </a:xfrm>
        </p:spPr>
        <p:txBody>
          <a:bodyPr>
            <a:normAutofit/>
          </a:bodyPr>
          <a:lstStyle/>
          <a:p>
            <a:r>
              <a:rPr lang="en-US" b="1" dirty="0"/>
              <a:t>I.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chiều</a:t>
            </a:r>
            <a:r>
              <a:rPr lang="en-US" b="1" dirty="0"/>
              <a:t> </a:t>
            </a:r>
            <a:r>
              <a:rPr lang="en-US" b="1" dirty="0" err="1"/>
              <a:t>rộng</a:t>
            </a:r>
            <a:r>
              <a:rPr lang="en-US" b="1" dirty="0"/>
              <a:t> slitting </a:t>
            </a:r>
            <a:r>
              <a:rPr lang="en-US" b="1" dirty="0">
                <a:solidFill>
                  <a:srgbClr val="FF0000"/>
                </a:solidFill>
              </a:rPr>
              <a:t>f744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D8432B-B357-4A7C-E543-0B5B2390B8B5}"/>
              </a:ext>
            </a:extLst>
          </p:cNvPr>
          <p:cNvSpPr txBox="1"/>
          <p:nvPr/>
        </p:nvSpPr>
        <p:spPr>
          <a:xfrm>
            <a:off x="603504" y="76192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2B5E4-227D-F401-6F61-6F484BBE15C0}"/>
              </a:ext>
            </a:extLst>
          </p:cNvPr>
          <p:cNvSpPr txBox="1"/>
          <p:nvPr/>
        </p:nvSpPr>
        <p:spPr>
          <a:xfrm>
            <a:off x="603504" y="1370946"/>
            <a:ext cx="9845421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NG_ConPaper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NG_Poil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5CFCDF-2DD3-773F-A10A-207329D11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11529"/>
            <a:ext cx="10725150" cy="28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54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F9C80-7BD8-1722-AB3A-69D7658D5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9E6DB-FB6F-2F35-792D-1DE741D60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00492"/>
          </a:xfrm>
        </p:spPr>
        <p:txBody>
          <a:bodyPr>
            <a:normAutofit/>
          </a:bodyPr>
          <a:lstStyle/>
          <a:p>
            <a:r>
              <a:rPr lang="en-US" b="1" dirty="0"/>
              <a:t>I.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chiều</a:t>
            </a:r>
            <a:r>
              <a:rPr lang="en-US" b="1" dirty="0"/>
              <a:t> </a:t>
            </a:r>
            <a:r>
              <a:rPr lang="en-US" b="1" dirty="0" err="1"/>
              <a:t>rộng</a:t>
            </a:r>
            <a:r>
              <a:rPr lang="en-US" b="1" dirty="0"/>
              <a:t> slitting </a:t>
            </a:r>
            <a:r>
              <a:rPr lang="en-US" b="1" dirty="0">
                <a:solidFill>
                  <a:srgbClr val="FF0000"/>
                </a:solidFill>
              </a:rPr>
              <a:t>f744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EA5120-F54F-4C4A-D79F-76D819DAB2F2}"/>
              </a:ext>
            </a:extLst>
          </p:cNvPr>
          <p:cNvSpPr txBox="1"/>
          <p:nvPr/>
        </p:nvSpPr>
        <p:spPr>
          <a:xfrm>
            <a:off x="603504" y="76192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257EF2-C91F-0CDC-FC0B-46B2F01CF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324" y="1352550"/>
            <a:ext cx="7610475" cy="44102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35DB54-1800-A123-588B-CC994B4249AA}"/>
              </a:ext>
            </a:extLst>
          </p:cNvPr>
          <p:cNvSpPr txBox="1"/>
          <p:nvPr/>
        </p:nvSpPr>
        <p:spPr>
          <a:xfrm>
            <a:off x="603504" y="1686952"/>
            <a:ext cx="3692272" cy="1525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Click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DB4D33-80B3-5AC2-2219-39678FE26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340" y="2524125"/>
            <a:ext cx="382300" cy="38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664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5A154-8A66-3F0C-A8E0-63EE8018E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6300-6A9A-D6FF-879F-22B0CA7C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00492"/>
          </a:xfrm>
        </p:spPr>
        <p:txBody>
          <a:bodyPr>
            <a:normAutofit/>
          </a:bodyPr>
          <a:lstStyle/>
          <a:p>
            <a:r>
              <a:rPr lang="en-US" b="1" dirty="0"/>
              <a:t>I.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chiều</a:t>
            </a:r>
            <a:r>
              <a:rPr lang="en-US" b="1" dirty="0"/>
              <a:t> </a:t>
            </a:r>
            <a:r>
              <a:rPr lang="en-US" b="1" dirty="0" err="1"/>
              <a:t>rộng</a:t>
            </a:r>
            <a:r>
              <a:rPr lang="en-US" b="1" dirty="0"/>
              <a:t> slitting </a:t>
            </a:r>
            <a:r>
              <a:rPr lang="en-US" b="1" dirty="0">
                <a:solidFill>
                  <a:srgbClr val="FF0000"/>
                </a:solidFill>
              </a:rPr>
              <a:t>f744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FA3539-66F7-796B-138B-2244B3C19B48}"/>
              </a:ext>
            </a:extLst>
          </p:cNvPr>
          <p:cNvSpPr txBox="1"/>
          <p:nvPr/>
        </p:nvSpPr>
        <p:spPr>
          <a:xfrm>
            <a:off x="603504" y="76192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6B0396-DEAE-D15E-6086-CC1E6D7DB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4" y="1125848"/>
            <a:ext cx="7858125" cy="56693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F04EDC-0662-9272-403D-C4C5E966AC86}"/>
              </a:ext>
            </a:extLst>
          </p:cNvPr>
          <p:cNvSpPr txBox="1"/>
          <p:nvPr/>
        </p:nvSpPr>
        <p:spPr>
          <a:xfrm>
            <a:off x="603504" y="2374641"/>
            <a:ext cx="3692272" cy="2264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sổ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Yes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7CBC19-0426-6D12-C85D-0FFBFFBAF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389" y="3931953"/>
            <a:ext cx="382300" cy="382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BCB57A-EDB2-31AD-8228-9C3AEA263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7047" y="2809629"/>
            <a:ext cx="404795" cy="40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720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6AAF8-D03D-1B7B-7402-06A8403C6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11CED-4133-F97E-5B3F-6E6BE0C2A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00492"/>
          </a:xfrm>
        </p:spPr>
        <p:txBody>
          <a:bodyPr>
            <a:normAutofit/>
          </a:bodyPr>
          <a:lstStyle/>
          <a:p>
            <a:r>
              <a:rPr lang="en-US" b="1" dirty="0"/>
              <a:t>II. </a:t>
            </a:r>
            <a:r>
              <a:rPr lang="en-US" b="1" dirty="0" err="1"/>
              <a:t>Màn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slitting Hà Nam </a:t>
            </a:r>
            <a:r>
              <a:rPr lang="en-US" b="1" dirty="0">
                <a:solidFill>
                  <a:srgbClr val="FF0000"/>
                </a:solidFill>
              </a:rPr>
              <a:t>f743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195E8-E469-A540-13C3-56939FE7931C}"/>
              </a:ext>
            </a:extLst>
          </p:cNvPr>
          <p:cNvSpPr txBox="1"/>
          <p:nvPr/>
        </p:nvSpPr>
        <p:spPr>
          <a:xfrm>
            <a:off x="603504" y="76192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3CD0D-E5B7-026C-3DCE-5741CE8258C3}"/>
              </a:ext>
            </a:extLst>
          </p:cNvPr>
          <p:cNvSpPr txBox="1"/>
          <p:nvPr/>
        </p:nvSpPr>
        <p:spPr>
          <a:xfrm>
            <a:off x="4007358" y="1803961"/>
            <a:ext cx="4177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Coming soon…</a:t>
            </a:r>
          </a:p>
        </p:txBody>
      </p:sp>
    </p:spTree>
    <p:extLst>
      <p:ext uri="{BB962C8B-B14F-4D97-AF65-F5344CB8AC3E}">
        <p14:creationId xmlns:p14="http://schemas.microsoft.com/office/powerpoint/2010/main" val="4104610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FE115-FC31-E6A1-8666-822C7D990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5BAE-A365-7C6E-6F50-39FF0902F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00492"/>
          </a:xfrm>
        </p:spPr>
        <p:txBody>
          <a:bodyPr>
            <a:normAutofit/>
          </a:bodyPr>
          <a:lstStyle/>
          <a:p>
            <a:r>
              <a:rPr lang="en-US" b="1" dirty="0"/>
              <a:t>III. </a:t>
            </a:r>
            <a:r>
              <a:rPr lang="en-US" b="1" dirty="0" err="1"/>
              <a:t>Lịch</a:t>
            </a:r>
            <a:r>
              <a:rPr lang="en-US" b="1" dirty="0"/>
              <a:t> </a:t>
            </a:r>
            <a:r>
              <a:rPr lang="en-US" b="1" dirty="0" err="1"/>
              <a:t>sử</a:t>
            </a:r>
            <a:r>
              <a:rPr lang="en-US" b="1" dirty="0"/>
              <a:t> slitting </a:t>
            </a:r>
            <a:r>
              <a:rPr lang="en-US" b="1" dirty="0">
                <a:solidFill>
                  <a:srgbClr val="FF0000"/>
                </a:solidFill>
              </a:rPr>
              <a:t>f746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969A65-020A-ED76-D103-8373F3835BFF}"/>
              </a:ext>
            </a:extLst>
          </p:cNvPr>
          <p:cNvSpPr txBox="1"/>
          <p:nvPr/>
        </p:nvSpPr>
        <p:spPr>
          <a:xfrm>
            <a:off x="603504" y="76192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74BE0E-32F8-5BDC-AFAA-13EC1716D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6" y="990361"/>
            <a:ext cx="7477124" cy="58048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C5493A-5225-0982-B627-26F4D4AF6118}"/>
              </a:ext>
            </a:extLst>
          </p:cNvPr>
          <p:cNvSpPr txBox="1"/>
          <p:nvPr/>
        </p:nvSpPr>
        <p:spPr>
          <a:xfrm>
            <a:off x="537592" y="1359693"/>
            <a:ext cx="4177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slitting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F743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76DFC0-20AD-B52C-3678-5FDE3C24C7E9}"/>
              </a:ext>
            </a:extLst>
          </p:cNvPr>
          <p:cNvSpPr txBox="1"/>
          <p:nvPr/>
        </p:nvSpPr>
        <p:spPr>
          <a:xfrm>
            <a:off x="537592" y="2969013"/>
            <a:ext cx="4177284" cy="300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Slitting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D7966C7-2AFB-549F-2429-02020C863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845" y="2981438"/>
            <a:ext cx="371429" cy="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286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BE44E-D147-EF34-938A-D02E4548F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0DD7-D8A5-8767-D65B-EE8E5AE91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00492"/>
          </a:xfrm>
        </p:spPr>
        <p:txBody>
          <a:bodyPr>
            <a:normAutofit/>
          </a:bodyPr>
          <a:lstStyle/>
          <a:p>
            <a:r>
              <a:rPr lang="en-US" b="1" dirty="0"/>
              <a:t>IV. </a:t>
            </a:r>
            <a:r>
              <a:rPr lang="en-US" b="1" dirty="0" err="1"/>
              <a:t>Màn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SLITTING </a:t>
            </a:r>
            <a:r>
              <a:rPr lang="en-US" b="1" dirty="0">
                <a:solidFill>
                  <a:srgbClr val="FF0000"/>
                </a:solidFill>
              </a:rPr>
              <a:t>C243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2C5671-4C09-5709-963A-1CF0334809AF}"/>
              </a:ext>
            </a:extLst>
          </p:cNvPr>
          <p:cNvSpPr txBox="1"/>
          <p:nvPr/>
        </p:nvSpPr>
        <p:spPr>
          <a:xfrm>
            <a:off x="603504" y="76192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E4034-8914-43B8-CA6D-081B14134302}"/>
              </a:ext>
            </a:extLst>
          </p:cNvPr>
          <p:cNvSpPr txBox="1"/>
          <p:nvPr/>
        </p:nvSpPr>
        <p:spPr>
          <a:xfrm>
            <a:off x="603504" y="1708711"/>
            <a:ext cx="3777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QC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Slitting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slitting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D3840-C752-5433-2079-B54AC8899516}"/>
              </a:ext>
            </a:extLst>
          </p:cNvPr>
          <p:cNvSpPr txBox="1"/>
          <p:nvPr/>
        </p:nvSpPr>
        <p:spPr>
          <a:xfrm>
            <a:off x="603504" y="3585136"/>
            <a:ext cx="3654171" cy="1525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…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D0DD57-0A0E-63C5-10A8-1145FC97B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920" y="3972703"/>
            <a:ext cx="371429" cy="3809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39CCFD-3CAE-9076-8C23-23A9368AD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033120"/>
            <a:ext cx="7734300" cy="550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074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B0F91-70A2-7657-520C-36C35ACBC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D2DF-70CF-50F9-2531-C32CF81CA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00492"/>
          </a:xfrm>
        </p:spPr>
        <p:txBody>
          <a:bodyPr>
            <a:normAutofit/>
          </a:bodyPr>
          <a:lstStyle/>
          <a:p>
            <a:r>
              <a:rPr lang="en-US" b="1" dirty="0"/>
              <a:t>IV. </a:t>
            </a:r>
            <a:r>
              <a:rPr lang="en-US" b="1" dirty="0" err="1"/>
              <a:t>Màn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SLITTING </a:t>
            </a:r>
            <a:r>
              <a:rPr lang="en-US" b="1" dirty="0">
                <a:solidFill>
                  <a:srgbClr val="FF0000"/>
                </a:solidFill>
              </a:rPr>
              <a:t>C243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048CA0-3A45-D3A3-B3A8-66E656D9FF1B}"/>
              </a:ext>
            </a:extLst>
          </p:cNvPr>
          <p:cNvSpPr txBox="1"/>
          <p:nvPr/>
        </p:nvSpPr>
        <p:spPr>
          <a:xfrm>
            <a:off x="603504" y="76192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DC0F7E-BE8B-C4BD-23E2-AD8B71238B60}"/>
              </a:ext>
            </a:extLst>
          </p:cNvPr>
          <p:cNvSpPr txBox="1"/>
          <p:nvPr/>
        </p:nvSpPr>
        <p:spPr>
          <a:xfrm>
            <a:off x="809625" y="1420401"/>
            <a:ext cx="10125076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tick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tick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Click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		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NG_ConPaper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NG_Poil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Reject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3AFC71-22F3-D24B-962A-12231F06A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3908997"/>
            <a:ext cx="10572750" cy="18329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1A886B-9315-6934-9611-084FC6790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68" y="2636060"/>
            <a:ext cx="1023881" cy="24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212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36C42-54EA-E7FD-B754-7CFF13061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34CCD-350B-5C1A-C560-0B7DD859C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00492"/>
          </a:xfrm>
        </p:spPr>
        <p:txBody>
          <a:bodyPr>
            <a:normAutofit/>
          </a:bodyPr>
          <a:lstStyle/>
          <a:p>
            <a:r>
              <a:rPr lang="en-US" b="1" dirty="0"/>
              <a:t>IV. </a:t>
            </a:r>
            <a:r>
              <a:rPr lang="en-US" b="1" dirty="0" err="1"/>
              <a:t>Màn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SLITTING </a:t>
            </a:r>
            <a:r>
              <a:rPr lang="en-US" b="1" dirty="0">
                <a:solidFill>
                  <a:srgbClr val="FF0000"/>
                </a:solidFill>
              </a:rPr>
              <a:t>C243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B69E4-310F-4AF8-968C-B02E9F21A468}"/>
              </a:ext>
            </a:extLst>
          </p:cNvPr>
          <p:cNvSpPr txBox="1"/>
          <p:nvPr/>
        </p:nvSpPr>
        <p:spPr>
          <a:xfrm>
            <a:off x="603504" y="76192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AAD56D-F227-E064-6149-CDC1668D21EC}"/>
              </a:ext>
            </a:extLst>
          </p:cNvPr>
          <p:cNvSpPr txBox="1"/>
          <p:nvPr/>
        </p:nvSpPr>
        <p:spPr>
          <a:xfrm>
            <a:off x="809625" y="1420401"/>
            <a:ext cx="10125076" cy="1525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tick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Click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 		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Reject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036561-8D12-23BE-6AF9-A6DC0125A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3799876"/>
            <a:ext cx="10753725" cy="18138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AD4684-9448-D767-E8C9-C8E5F5375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713" y="2274458"/>
            <a:ext cx="1019061" cy="26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504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A66F-E071-8B43-A1C0-7E384EE4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7E4B5-D591-6880-A9C3-3FC5095C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00492"/>
          </a:xfrm>
        </p:spPr>
        <p:txBody>
          <a:bodyPr>
            <a:normAutofit/>
          </a:bodyPr>
          <a:lstStyle/>
          <a:p>
            <a:r>
              <a:rPr lang="en-US" b="1" dirty="0"/>
              <a:t>V. </a:t>
            </a:r>
            <a:r>
              <a:rPr lang="en-US" b="1" dirty="0" err="1"/>
              <a:t>Lịch</a:t>
            </a:r>
            <a:r>
              <a:rPr lang="en-US" b="1" dirty="0"/>
              <a:t> </a:t>
            </a:r>
            <a:r>
              <a:rPr lang="en-US" b="1" dirty="0" err="1"/>
              <a:t>sử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SLITTING </a:t>
            </a:r>
            <a:r>
              <a:rPr lang="en-US" b="1" dirty="0">
                <a:solidFill>
                  <a:srgbClr val="FF0000"/>
                </a:solidFill>
              </a:rPr>
              <a:t>F747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1F2B17-1D60-DB2A-FF6D-1D8567B7F622}"/>
              </a:ext>
            </a:extLst>
          </p:cNvPr>
          <p:cNvSpPr txBox="1"/>
          <p:nvPr/>
        </p:nvSpPr>
        <p:spPr>
          <a:xfrm>
            <a:off x="603504" y="76192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6630A9-C75F-44E6-97D8-384592A120D5}"/>
              </a:ext>
            </a:extLst>
          </p:cNvPr>
          <p:cNvSpPr txBox="1"/>
          <p:nvPr/>
        </p:nvSpPr>
        <p:spPr>
          <a:xfrm>
            <a:off x="603504" y="1229901"/>
            <a:ext cx="8092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QC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3CC535-F2D8-358E-8A46-DE9EC586FF71}"/>
              </a:ext>
            </a:extLst>
          </p:cNvPr>
          <p:cNvSpPr txBox="1"/>
          <p:nvPr/>
        </p:nvSpPr>
        <p:spPr>
          <a:xfrm>
            <a:off x="603504" y="1766734"/>
            <a:ext cx="8311896" cy="1525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…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 (1)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Reject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 NG (2) 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 Passed Slitting (3)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7390BD6-0518-9B32-EE36-F9B01C08A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684" y="1855665"/>
            <a:ext cx="371429" cy="380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318E43-67C4-A215-6818-C5673EA12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429000"/>
            <a:ext cx="11114716" cy="1562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5CE6B8-F34B-1959-5C55-6520695AE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091266"/>
            <a:ext cx="11114716" cy="162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205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18628-3B38-1065-0799-6713B9183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D5B67-686D-DB1D-A6E4-8FDC38122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00492"/>
          </a:xfrm>
        </p:spPr>
        <p:txBody>
          <a:bodyPr>
            <a:normAutofit/>
          </a:bodyPr>
          <a:lstStyle/>
          <a:p>
            <a:r>
              <a:rPr lang="en-US" b="1" dirty="0"/>
              <a:t>VI. </a:t>
            </a:r>
            <a:r>
              <a:rPr lang="en-US" b="1" dirty="0" err="1"/>
              <a:t>chuyển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kho</a:t>
            </a:r>
            <a:r>
              <a:rPr lang="en-US" b="1" dirty="0"/>
              <a:t> NVL </a:t>
            </a:r>
            <a:r>
              <a:rPr lang="en-US" b="1" dirty="0">
                <a:solidFill>
                  <a:srgbClr val="FF0000"/>
                </a:solidFill>
              </a:rPr>
              <a:t>F748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4556F9-442D-0A02-23E1-7DDAEAC5B328}"/>
              </a:ext>
            </a:extLst>
          </p:cNvPr>
          <p:cNvSpPr txBox="1"/>
          <p:nvPr/>
        </p:nvSpPr>
        <p:spPr>
          <a:xfrm>
            <a:off x="603504" y="76192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E337A7-05AD-7A73-E86C-ABD3E5F03261}"/>
              </a:ext>
            </a:extLst>
          </p:cNvPr>
          <p:cNvSpPr txBox="1"/>
          <p:nvPr/>
        </p:nvSpPr>
        <p:spPr>
          <a:xfrm>
            <a:off x="603504" y="1229901"/>
            <a:ext cx="101597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NVL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QC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NVL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BCC90-9EBD-D21D-CDEC-30667B4E3CD2}"/>
              </a:ext>
            </a:extLst>
          </p:cNvPr>
          <p:cNvSpPr txBox="1"/>
          <p:nvPr/>
        </p:nvSpPr>
        <p:spPr>
          <a:xfrm>
            <a:off x="603504" y="1766734"/>
            <a:ext cx="4539996" cy="2633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…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 (1)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(2):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cha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con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E01B0-7ABC-E932-3F16-0CBD97A42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1667098"/>
            <a:ext cx="6838950" cy="48509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C69B3C-629A-3545-DDAD-C24EDAA57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659" y="2217615"/>
            <a:ext cx="371429" cy="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7BF16-279A-446A-7DB1-86F7EB9DF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0B6D4-FB37-3D91-3DBE-A3D42F9B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00492"/>
          </a:xfrm>
        </p:spPr>
        <p:txBody>
          <a:bodyPr>
            <a:normAutofit/>
          </a:bodyPr>
          <a:lstStyle/>
          <a:p>
            <a:r>
              <a:rPr lang="en-US" b="1" dirty="0"/>
              <a:t>VI. </a:t>
            </a:r>
            <a:r>
              <a:rPr lang="en-US" b="1" dirty="0" err="1"/>
              <a:t>chuyển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kho</a:t>
            </a:r>
            <a:r>
              <a:rPr lang="en-US" b="1" dirty="0"/>
              <a:t> NVL </a:t>
            </a:r>
            <a:r>
              <a:rPr lang="en-US" b="1" dirty="0">
                <a:solidFill>
                  <a:srgbClr val="FF0000"/>
                </a:solidFill>
              </a:rPr>
              <a:t>F748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B23ABB-5C2C-116A-4308-E30EC48B2067}"/>
              </a:ext>
            </a:extLst>
          </p:cNvPr>
          <p:cNvSpPr txBox="1"/>
          <p:nvPr/>
        </p:nvSpPr>
        <p:spPr>
          <a:xfrm>
            <a:off x="603504" y="76192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NVL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B4FB50-CABE-4029-EF15-C83E645732D4}"/>
              </a:ext>
            </a:extLst>
          </p:cNvPr>
          <p:cNvSpPr txBox="1"/>
          <p:nvPr/>
        </p:nvSpPr>
        <p:spPr>
          <a:xfrm>
            <a:off x="603504" y="1766734"/>
            <a:ext cx="4463796" cy="2264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tick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tick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(1)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NVL 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NVL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050779-355E-7DD0-F3FD-98DE859B6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300" y="1338501"/>
            <a:ext cx="7048499" cy="53252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22EE4D-999A-2FEC-1076-D0F71DF1D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217" y="3369184"/>
            <a:ext cx="1442957" cy="2351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E927DD-5C71-8D65-3C60-C20EEE97DD9B}"/>
              </a:ext>
            </a:extLst>
          </p:cNvPr>
          <p:cNvSpPr txBox="1"/>
          <p:nvPr/>
        </p:nvSpPr>
        <p:spPr>
          <a:xfrm>
            <a:off x="517781" y="4922355"/>
            <a:ext cx="4168520" cy="115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Khi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QC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Reject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737EE3E-F44D-BC1B-356F-EEC5D219B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317" y="5024776"/>
            <a:ext cx="1442957" cy="23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221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For Watching Images – Browse 17,041 Stock Photos, Vectors, and  Video | Adobe Stock">
            <a:extLst>
              <a:ext uri="{FF2B5EF4-FFF2-40B4-BE49-F238E27FC236}">
                <a16:creationId xmlns:a16="http://schemas.microsoft.com/office/drawing/2014/main" id="{FA0A1BDC-087C-199B-50BB-C3A0D2936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36" y="635128"/>
            <a:ext cx="10771928" cy="558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9428150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2171</TotalTime>
  <Words>1033</Words>
  <Application>Microsoft Office PowerPoint</Application>
  <PresentationFormat>Widescreen</PresentationFormat>
  <Paragraphs>96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Goudy Old Style</vt:lpstr>
      <vt:lpstr>Times New Roman</vt:lpstr>
      <vt:lpstr>Univers Light</vt:lpstr>
      <vt:lpstr>Wingdings</vt:lpstr>
      <vt:lpstr>PoiseVTI</vt:lpstr>
      <vt:lpstr>Quy Trình Slitting  Hà Nam</vt:lpstr>
      <vt:lpstr>Quy trình</vt:lpstr>
      <vt:lpstr>I. thiết lập chiều rộng slitting f744</vt:lpstr>
      <vt:lpstr>I. thiết lập chiều rộng slitting f744</vt:lpstr>
      <vt:lpstr>I. thiết lập chiều rộng slitting f744</vt:lpstr>
      <vt:lpstr>I. thiết lập chiều rộng slitting f744</vt:lpstr>
      <vt:lpstr>I. thiết lập chiều rộng slitting f744</vt:lpstr>
      <vt:lpstr>I. thiết lập chiều rộng slitting f744</vt:lpstr>
      <vt:lpstr>II. Màn hình slitting Hà Nam f743</vt:lpstr>
      <vt:lpstr>III. Lịch sử slitting f746</vt:lpstr>
      <vt:lpstr>IV. Màn hình kiểm tra SLITTING C243</vt:lpstr>
      <vt:lpstr>IV. Màn hình kiểm tra SLITTING C243</vt:lpstr>
      <vt:lpstr>IV. Màn hình kiểm tra SLITTING C243</vt:lpstr>
      <vt:lpstr>V. Lịch sử kiểm tra SLITTING F747</vt:lpstr>
      <vt:lpstr>VI. chuyển về kho NVL F748</vt:lpstr>
      <vt:lpstr>VI. chuyển về kho NVL F748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Tech13 Vina</dc:creator>
  <cp:lastModifiedBy>DI JAN</cp:lastModifiedBy>
  <cp:revision>16</cp:revision>
  <dcterms:created xsi:type="dcterms:W3CDTF">2024-11-11T07:28:55Z</dcterms:created>
  <dcterms:modified xsi:type="dcterms:W3CDTF">2025-02-10T03:51:17Z</dcterms:modified>
</cp:coreProperties>
</file>