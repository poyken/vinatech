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74" r:id="rId6"/>
    <p:sldId id="258" r:id="rId7"/>
    <p:sldId id="275" r:id="rId8"/>
    <p:sldId id="276" r:id="rId9"/>
    <p:sldId id="277" r:id="rId10"/>
    <p:sldId id="278" r:id="rId11"/>
    <p:sldId id="279" r:id="rId12"/>
    <p:sldId id="280" r:id="rId13"/>
    <p:sldId id="288" r:id="rId14"/>
    <p:sldId id="289" r:id="rId15"/>
    <p:sldId id="290" r:id="rId16"/>
    <p:sldId id="281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6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43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0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32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0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3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47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80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1/28/2026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9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736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15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7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1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b="1" i="1" kern="1200" cap="none" spc="-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 descr="Background pattern, arrow&#10;&#10;Description automatically generated with medium confidence">
            <a:extLst>
              <a:ext uri="{FF2B5EF4-FFF2-40B4-BE49-F238E27FC236}">
                <a16:creationId xmlns:a16="http://schemas.microsoft.com/office/drawing/2014/main" id="{0DD25A64-4F51-638C-97E4-0FF53C7ED3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-4" y="0"/>
            <a:ext cx="12192000" cy="68579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30074"/>
            <a:ext cx="12192000" cy="2327925"/>
          </a:xfrm>
          <a:prstGeom prst="rect">
            <a:avLst/>
          </a:prstGeom>
          <a:solidFill>
            <a:schemeClr val="bg1">
              <a:alpha val="30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121716-8B64-478F-ABDB-17030AD1B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solidFill>
            <a:srgbClr val="33BA3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116" y="4692768"/>
            <a:ext cx="11859768" cy="200253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DF167-DBD7-4C3A-9FC3-59FBDFCE8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23" y="4814744"/>
            <a:ext cx="11439414" cy="897439"/>
          </a:xfrm>
        </p:spPr>
        <p:txBody>
          <a:bodyPr>
            <a:normAutofit fontScale="90000"/>
          </a:bodyPr>
          <a:lstStyle/>
          <a:p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4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8A4C9-03F0-4958-8DA7-FF5094EF5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275" y="6016944"/>
            <a:ext cx="10656310" cy="42596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 Team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</a:t>
            </a:r>
          </a:p>
        </p:txBody>
      </p:sp>
    </p:spTree>
    <p:extLst>
      <p:ext uri="{BB962C8B-B14F-4D97-AF65-F5344CB8AC3E}">
        <p14:creationId xmlns:p14="http://schemas.microsoft.com/office/powerpoint/2010/main" val="3179193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6E92D59-FD1B-47BC-9D02-0F3B959A6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2AE646-CC19-4A1F-900B-E512D06A7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E4F834-34CB-4787-920F-CD1E1B8BC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6DE4-2310-439F-895A-6C973CFE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830" y="727823"/>
            <a:ext cx="3329150" cy="54023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1.Đăng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7103-67B3-4191-BB4A-9FF0DFE9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614" y="727823"/>
            <a:ext cx="6927842" cy="239244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https://gw.vinatech.com/login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+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ỏ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7EDE9C-76B1-068A-B40D-1248AFC7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641" y="3139440"/>
            <a:ext cx="7083396" cy="334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97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6E92D59-FD1B-47BC-9D02-0F3B959A6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2AE646-CC19-4A1F-900B-E512D06A7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E4F834-34CB-4787-920F-CD1E1B8BC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6DE4-2310-439F-895A-6C973CFE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7" y="727824"/>
            <a:ext cx="3984311" cy="452160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2.Thông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7103-67B3-4191-BB4A-9FF0DFE9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614" y="727823"/>
            <a:ext cx="6927842" cy="259041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Thông tin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Thông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ERP,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 Trong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Vinatech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Co.,Ltd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C378E-E898-C745-8CF0-21C6C02E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112" y="3312203"/>
            <a:ext cx="7094032" cy="307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96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709" y="253548"/>
            <a:ext cx="5612193" cy="6361598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7542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6DE4-2310-439F-895A-6C973CFE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7542" y="427534"/>
            <a:ext cx="4795211" cy="552782"/>
          </a:xfrm>
        </p:spPr>
        <p:txBody>
          <a:bodyPr>
            <a:normAutofit fontScale="90000"/>
          </a:bodyPr>
          <a:lstStyle/>
          <a:p>
            <a:r>
              <a:rPr lang="en-US" sz="370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khi truy cập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D41F7103-67B3-4191-BB4A-9FF0DFE9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599" y="980316"/>
            <a:ext cx="5019788" cy="5292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B310,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B450.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B450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sang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DE2062-98CE-827A-2A73-4D9D44974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4" y="98324"/>
            <a:ext cx="6189596" cy="2988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E7EC6E-C1DA-AC11-46BB-0B3E94C2A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" y="3429000"/>
            <a:ext cx="6189596" cy="318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25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8D88-F08F-3A10-BA4E-93F1C6B9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7C15-A046-94B1-134F-1A01DD40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 fontScale="90000"/>
          </a:bodyPr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Màn hình tạo PO và kế hoạch sản xuất trên Groupware.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FAF7B-AF7E-7F04-9099-659FCBDA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Khi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Groupware,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click menu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Production Plan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2C796A-FBE8-827F-1A25-2475604CC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26" y="368096"/>
            <a:ext cx="6030441" cy="612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0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122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56699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A97E2-9502-487B-86C7-37C69151E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8559" y="512948"/>
            <a:ext cx="2312480" cy="970860"/>
          </a:xfrm>
        </p:spPr>
        <p:txBody>
          <a:bodyPr anchor="b">
            <a:norm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91F4A-7CD3-48F7-B8A7-959531787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801" y="1583703"/>
            <a:ext cx="2312479" cy="47384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Sau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 menu,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ở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bg1"/>
                </a:solidFill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MES</a:t>
            </a: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1300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Sales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Sales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Groupware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6A7F74-ADA4-2271-230B-1FC6DFA63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507945"/>
            <a:ext cx="8143180" cy="29512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8F936E-B59F-3DD7-58BB-845C1EB74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523892"/>
            <a:ext cx="8171818" cy="159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30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1D809-8F4C-DEC0-7D17-D297B83A9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6CE8-5A38-DD57-05F1-19E4FBE8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462117"/>
            <a:ext cx="4957553" cy="997656"/>
          </a:xfrm>
        </p:spPr>
        <p:txBody>
          <a:bodyPr>
            <a:normAutofit/>
          </a:bodyPr>
          <a:lstStyle/>
          <a:p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Groupware.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6FDD9-3257-D09B-E91E-A41160D14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7872" y="1459773"/>
            <a:ext cx="4759132" cy="493611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Trong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=&gt; 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95CB20-A2B9-CFDD-83F0-2372B2BC1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45" y="462117"/>
            <a:ext cx="6176505" cy="593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39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29FDE-5170-3EA0-4A1C-3202F655B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8856-BBD7-751D-09A0-8A43E9003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35" y="512948"/>
            <a:ext cx="11185104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176B6-DC76-3D8B-5FDF-49487C834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413" y="1330387"/>
            <a:ext cx="3217867" cy="41972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chuột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copy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E0C854-CBE3-7207-D000-249D27DFC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35" y="1330388"/>
            <a:ext cx="7980479" cy="2019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03A71E-A574-55C2-0CDA-4D6C7CB8A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35" y="3508243"/>
            <a:ext cx="7980477" cy="196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750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E5EEA-8379-E1C3-A9BC-8098A647D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9A67-9D51-CE6E-F3FC-A68724A1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872" y="552302"/>
            <a:ext cx="4214594" cy="124700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Sao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8BABE-3B2A-5F0A-8310-FBF0E5A93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7872" y="1799303"/>
            <a:ext cx="4759132" cy="34024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click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D123E-C751-BC3D-6BC5-70F184B2B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25" y="552302"/>
            <a:ext cx="6235898" cy="2771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E09AE0-1023-D88E-AE67-2F9CD805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32" y="3854245"/>
            <a:ext cx="6096191" cy="243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20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8D60-4BE1-F884-9905-B76805BE8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ACBC-75A9-6D66-454C-C2357934B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413" y="512948"/>
            <a:ext cx="3204626" cy="588265"/>
          </a:xfrm>
        </p:spPr>
        <p:txBody>
          <a:bodyPr anchor="b">
            <a:norm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84309-1034-0EAC-172E-0F324A81C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413" y="1682151"/>
            <a:ext cx="3217867" cy="46399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 click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FD573-ED72-CA75-3D33-CEE1D11CD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512948"/>
            <a:ext cx="7749036" cy="555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46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EB157-E558-77BC-7AA5-EB02DDBA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5E5E8-0D67-19FB-E4C6-F6E8D1A04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7872" y="724618"/>
            <a:ext cx="4759132" cy="567126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fix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BOM.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2001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FBD26F-3598-A2CF-726F-720AD0170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83" y="412955"/>
            <a:ext cx="6269380" cy="598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85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5F6E-4655-E2E2-67EA-FD959D0D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C892-DE18-DE60-FC5E-EA971F8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413" y="512948"/>
            <a:ext cx="3204626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60CF6-ED8A-4211-3EDC-6121284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413" y="1101213"/>
            <a:ext cx="3217867" cy="12796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Sau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Sau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D82C9-5642-C59C-58AC-6B0B05D3D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06" y="414065"/>
            <a:ext cx="7667272" cy="4011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5E1C6D-CA97-6C19-B601-653F8A130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06" y="5029200"/>
            <a:ext cx="7667272" cy="129294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850809E-7F4E-F71A-E6D3-D33212852367}"/>
              </a:ext>
            </a:extLst>
          </p:cNvPr>
          <p:cNvSpPr txBox="1">
            <a:spLocks/>
          </p:cNvSpPr>
          <p:nvPr/>
        </p:nvSpPr>
        <p:spPr>
          <a:xfrm>
            <a:off x="8416412" y="5065374"/>
            <a:ext cx="3217867" cy="1279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45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29FDE-5170-3EA0-4A1C-3202F655B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8856-BBD7-751D-09A0-8A43E9003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35" y="512948"/>
            <a:ext cx="11185104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176B6-DC76-3D8B-5FDF-49487C834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9764" y="1203039"/>
            <a:ext cx="3419028" cy="38932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PO, click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(1)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(3)</a:t>
            </a: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vừa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0AC7D-A56D-ECDF-EAF7-121E2287A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35" y="1203039"/>
            <a:ext cx="7694504" cy="2092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5D259-FA5A-2AE2-7352-6FC146AD6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35" y="3562710"/>
            <a:ext cx="7694504" cy="204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87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29FDE-5170-3EA0-4A1C-3202F655B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8856-BBD7-751D-09A0-8A43E9003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35" y="512948"/>
            <a:ext cx="11185104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176B6-DC76-3D8B-5FDF-49487C834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9764" y="1203039"/>
            <a:ext cx="3419028" cy="38932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PO, click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(1)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(3)</a:t>
            </a: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vừa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(4)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(5)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0AC7D-A56D-ECDF-EAF7-121E2287A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35" y="1203039"/>
            <a:ext cx="7694504" cy="2092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F262BE-7122-35B0-D68B-88370343A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35" y="3562710"/>
            <a:ext cx="7694504" cy="238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64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29FDE-5170-3EA0-4A1C-3202F655B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8856-BBD7-751D-09A0-8A43E9003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35" y="512948"/>
            <a:ext cx="11185104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176B6-DC76-3D8B-5FDF-49487C834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9764" y="1203039"/>
            <a:ext cx="3419028" cy="38932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Click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(5)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570DE9-31F6-EC5A-C8F1-843346F01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35" y="1101213"/>
            <a:ext cx="7754787" cy="18490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457139-A99E-97BE-35EA-470463605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35" y="3273221"/>
            <a:ext cx="7754787" cy="282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63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5F6E-4655-E2E2-67EA-FD959D0D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C892-DE18-DE60-FC5E-EA971F8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413" y="512948"/>
            <a:ext cx="3204626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60CF6-ED8A-4211-3EDC-6121284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599" y="1433863"/>
            <a:ext cx="10535850" cy="6960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PO, click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lô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Khi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19846-1946-BD0D-07EC-6E6470363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99" y="2003485"/>
            <a:ext cx="11074452" cy="28510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B9FCD8D-0F42-DF93-47F1-0EC5F5873D33}"/>
              </a:ext>
            </a:extLst>
          </p:cNvPr>
          <p:cNvSpPr txBox="1">
            <a:spLocks/>
          </p:cNvSpPr>
          <p:nvPr/>
        </p:nvSpPr>
        <p:spPr>
          <a:xfrm>
            <a:off x="435935" y="512948"/>
            <a:ext cx="11185104" cy="5882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i="1" kern="1200" cap="none" spc="-7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548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5F6E-4655-E2E2-67EA-FD959D0D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C892-DE18-DE60-FC5E-EA971F8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413" y="512948"/>
            <a:ext cx="3204626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60CF6-ED8A-4211-3EDC-6121284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599" y="1124124"/>
            <a:ext cx="10535850" cy="12796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PO, click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lô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hang. Khi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19846-1946-BD0D-07EC-6E6470363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99" y="2003485"/>
            <a:ext cx="11074452" cy="285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98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5F6E-4655-E2E2-67EA-FD959D0D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C892-DE18-DE60-FC5E-EA971F8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413" y="512948"/>
            <a:ext cx="3204626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60CF6-ED8A-4211-3EDC-6121284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599" y="1124124"/>
            <a:ext cx="10535850" cy="99328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PO, click Chi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75849-3F6D-D84D-FA1C-55A12116C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99" y="1798236"/>
            <a:ext cx="8991600" cy="262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06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5F6E-4655-E2E2-67EA-FD959D0D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C892-DE18-DE60-FC5E-EA971F8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413" y="512948"/>
            <a:ext cx="3204626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60CF6-ED8A-4211-3EDC-6121284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060" y="604568"/>
            <a:ext cx="4513732" cy="224214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long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PO. </a:t>
            </a: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Sau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BOM </a:t>
            </a: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BOM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2001</a:t>
            </a: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1B93DD-3C04-8017-2257-95E1B54A8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44" y="426684"/>
            <a:ext cx="5961124" cy="30696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61001D-3D7B-1C1E-B3D5-58498F3BC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44" y="3492095"/>
            <a:ext cx="5961124" cy="29392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EF87B3-164B-D398-6981-C5B6CF631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68" y="3361706"/>
            <a:ext cx="5371288" cy="3069610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9C0B4ABB-5E48-68C6-3BC8-65E9CE0F600C}"/>
              </a:ext>
            </a:extLst>
          </p:cNvPr>
          <p:cNvSpPr/>
          <p:nvPr/>
        </p:nvSpPr>
        <p:spPr>
          <a:xfrm>
            <a:off x="3086008" y="3240631"/>
            <a:ext cx="582196" cy="5029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92FC26E-D191-39F5-FCBA-C1FB831AC7FA}"/>
              </a:ext>
            </a:extLst>
          </p:cNvPr>
          <p:cNvSpPr/>
          <p:nvPr/>
        </p:nvSpPr>
        <p:spPr>
          <a:xfrm>
            <a:off x="6096000" y="4728268"/>
            <a:ext cx="589472" cy="6642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58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5F6E-4655-E2E2-67EA-FD959D0D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C892-DE18-DE60-FC5E-EA971F8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413" y="512948"/>
            <a:ext cx="3204626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60CF6-ED8A-4211-3EDC-6121284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608" y="604568"/>
            <a:ext cx="5719313" cy="25872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Cell Line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Ca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them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FFC33-F026-A1DF-F437-D96C16145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83" y="3191774"/>
            <a:ext cx="9950259" cy="31532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21D5E3-0CEE-DA1D-A616-98DC7533B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731" y="1516934"/>
            <a:ext cx="5634307" cy="167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60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5F6E-4655-E2E2-67EA-FD959D0D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C892-DE18-DE60-FC5E-EA971F8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413" y="512948"/>
            <a:ext cx="3204626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60CF6-ED8A-4211-3EDC-6121284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961" y="604569"/>
            <a:ext cx="11050078" cy="10721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300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1300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1300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300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300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300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5DE7E-6968-9F0B-422F-588EE2A39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106" y="1676756"/>
            <a:ext cx="9042100" cy="36396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821DB2-AAEC-ECE9-D442-77ED64AC4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659" y="4353492"/>
            <a:ext cx="8974347" cy="1937010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467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5F6E-4655-E2E2-67EA-FD959D0D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C892-DE18-DE60-FC5E-EA971F8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413" y="512948"/>
            <a:ext cx="3204626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60CF6-ED8A-4211-3EDC-6121284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8499" y="898701"/>
            <a:ext cx="4012540" cy="54463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Lot</a:t>
            </a: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Lot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3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3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Lot. 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50000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5000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50000/5000 = 10 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808C1-AE58-5921-E21D-82E973C1A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61" y="898701"/>
            <a:ext cx="6918383" cy="2654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30163E-4228-1A9D-CC66-5B8D70126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61" y="3627861"/>
            <a:ext cx="6918383" cy="270008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A151DBE-BD8F-D9A7-1322-17E52FC0D773}"/>
              </a:ext>
            </a:extLst>
          </p:cNvPr>
          <p:cNvSpPr txBox="1">
            <a:spLocks/>
          </p:cNvSpPr>
          <p:nvPr/>
        </p:nvSpPr>
        <p:spPr>
          <a:xfrm>
            <a:off x="435935" y="310436"/>
            <a:ext cx="11185104" cy="5882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i="1" kern="1200" cap="none" spc="-7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</a:t>
            </a:r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345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5F6E-4655-E2E2-67EA-FD959D0D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C892-DE18-DE60-FC5E-EA971F8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413" y="512948"/>
            <a:ext cx="3204626" cy="588265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A151DBE-BD8F-D9A7-1322-17E52FC0D773}"/>
              </a:ext>
            </a:extLst>
          </p:cNvPr>
          <p:cNvSpPr txBox="1">
            <a:spLocks/>
          </p:cNvSpPr>
          <p:nvPr/>
        </p:nvSpPr>
        <p:spPr>
          <a:xfrm>
            <a:off x="837343" y="534713"/>
            <a:ext cx="9466053" cy="5882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i="1" kern="1200" cap="none" spc="-7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6C66E-DBC6-9D38-972C-FF07C890C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44" y="1272580"/>
            <a:ext cx="9466053" cy="505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88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A82C4D5-F48D-7707-F1E6-7BE4AA31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46" y="642594"/>
            <a:ext cx="10972800" cy="5470530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Thank You For Listening Handwritten Lettering. Template for Banner, Flier, Poster, Print, Sticker or Web Product. Vector Illustration, Objects Isolated on White Background.">
            <a:extLst>
              <a:ext uri="{FF2B5EF4-FFF2-40B4-BE49-F238E27FC236}">
                <a16:creationId xmlns:a16="http://schemas.microsoft.com/office/drawing/2014/main" id="{FA15E2DE-5E9A-7305-FB73-4502B79FD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46" y="642594"/>
            <a:ext cx="10972800" cy="547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842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RightStep">
      <a:dk1>
        <a:srgbClr val="000000"/>
      </a:dk1>
      <a:lt1>
        <a:srgbClr val="FFFFFF"/>
      </a:lt1>
      <a:dk2>
        <a:srgbClr val="242E41"/>
      </a:dk2>
      <a:lt2>
        <a:srgbClr val="E8E2E8"/>
      </a:lt2>
      <a:accent1>
        <a:srgbClr val="33BA34"/>
      </a:accent1>
      <a:accent2>
        <a:srgbClr val="38B66D"/>
      </a:accent2>
      <a:accent3>
        <a:srgbClr val="3EB3A0"/>
      </a:accent3>
      <a:accent4>
        <a:srgbClr val="29ACDA"/>
      </a:accent4>
      <a:accent5>
        <a:srgbClr val="7199EC"/>
      </a:accent5>
      <a:accent6>
        <a:srgbClr val="5F51E7"/>
      </a:accent6>
      <a:hlink>
        <a:srgbClr val="AE69AE"/>
      </a:hlink>
      <a:folHlink>
        <a:srgbClr val="7F7F7F"/>
      </a:folHlink>
    </a:clrScheme>
    <a:fontScheme name="Savon">
      <a:maj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9591</TotalTime>
  <Words>1518</Words>
  <Application>Microsoft Office PowerPoint</Application>
  <PresentationFormat>Widescreen</PresentationFormat>
  <Paragraphs>117</Paragraphs>
  <Slides>24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Garamond</vt:lpstr>
      <vt:lpstr>Goudy Old Style</vt:lpstr>
      <vt:lpstr>Times New Roman</vt:lpstr>
      <vt:lpstr>SavonVTI</vt:lpstr>
      <vt:lpstr>Hướng dẫn sử dụng chức năng tạo PO và kế hoạch ngày trên hệ thống Groupware</vt:lpstr>
      <vt:lpstr>1.Đăng nhập hệ thống Groupware</vt:lpstr>
      <vt:lpstr>2.Thông tin đăng nhập vào Groupware</vt:lpstr>
      <vt:lpstr>Giao diện khi truy cập</vt:lpstr>
      <vt:lpstr>Màn hình tạo PO và kế hoạch sản xuất trên Groupware.</vt:lpstr>
      <vt:lpstr>Trước khi tạo PO</vt:lpstr>
      <vt:lpstr>Màn hình tạo PO và kế hoạch sản xuất trên Groupware.</vt:lpstr>
      <vt:lpstr>I . Chức năng thêm PO</vt:lpstr>
      <vt:lpstr>Sao chép kế hoạch sản xuất</vt:lpstr>
      <vt:lpstr>Yêu cầu mặt hàng</vt:lpstr>
      <vt:lpstr>PowerPoint Presentation</vt:lpstr>
      <vt:lpstr> </vt:lpstr>
      <vt:lpstr>II . Chức năng sửa PO</vt:lpstr>
      <vt:lpstr>II . Chức năng sửa PO</vt:lpstr>
      <vt:lpstr>II . Chức năng xóa PO</vt:lpstr>
      <vt:lpstr> </vt:lpstr>
      <vt:lpstr> </vt:lpstr>
      <vt:lpstr> </vt:lpstr>
      <vt:lpstr> </vt:lpstr>
      <vt:lpstr> </vt:lpstr>
      <vt:lpstr> </vt:lpstr>
      <vt:lpstr> 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 function evaluate contract in CMS</dc:title>
  <dc:creator>Nha Nguyễn</dc:creator>
  <cp:lastModifiedBy>Administrator</cp:lastModifiedBy>
  <cp:revision>197</cp:revision>
  <dcterms:created xsi:type="dcterms:W3CDTF">2022-04-13T01:56:23Z</dcterms:created>
  <dcterms:modified xsi:type="dcterms:W3CDTF">2026-01-28T02:12:25Z</dcterms:modified>
</cp:coreProperties>
</file>