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6" r:id="rId9"/>
    <p:sldId id="267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664100"/>
            <a:ext cx="3803350" cy="2037951"/>
          </a:xfrm>
        </p:spPr>
        <p:txBody>
          <a:bodyPr anchor="ctr">
            <a:normAutofit/>
          </a:bodyPr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6B459-B775-A815-CF41-38B3F79043C9}"/>
              </a:ext>
            </a:extLst>
          </p:cNvPr>
          <p:cNvSpPr/>
          <p:nvPr/>
        </p:nvSpPr>
        <p:spPr>
          <a:xfrm>
            <a:off x="5772310" y="4910328"/>
            <a:ext cx="5822282" cy="9962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PQC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00FC-4D32-0F5C-F60A-0304721D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Quản</a:t>
            </a:r>
            <a:r>
              <a:rPr lang="en-US" b="1" dirty="0"/>
              <a:t> LÝ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/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IQC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OQC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8FA9A-1367-C1AD-1819-6194EEE372F6}"/>
              </a:ext>
            </a:extLst>
          </p:cNvPr>
          <p:cNvSpPr txBox="1"/>
          <p:nvPr/>
        </p:nvSpPr>
        <p:spPr>
          <a:xfrm>
            <a:off x="603504" y="103148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C121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47D71C-2BE4-4BAE-EDDD-263F1B04A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85484"/>
            <a:ext cx="10597896" cy="474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9884-FED6-BECB-1999-803D3FD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94999C-4B56-8796-7823-359530EFF8B1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FE5A4-20FA-2171-E41E-CF2AA14D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25" y="962636"/>
            <a:ext cx="11371149" cy="52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6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0D8C-960D-DF5B-1645-AAF52BCE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3B5D1-936F-0C42-FC87-C91E1C188C8A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F608C-E202-E9F5-7C86-ED3FFBC8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11" y="1061578"/>
            <a:ext cx="11130778" cy="49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6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8FA3-1595-3D27-5E24-CCD68BF7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236D3F-1D8F-974E-2934-D66E20FE77BD}"/>
              </a:ext>
            </a:extLst>
          </p:cNvPr>
          <p:cNvSpPr txBox="1"/>
          <p:nvPr/>
        </p:nvSpPr>
        <p:spPr>
          <a:xfrm>
            <a:off x="399288" y="29219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A09F3-BEA1-67B8-09C7-28E06D24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8" y="661528"/>
            <a:ext cx="11304164" cy="503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69E14-74F2-201F-0C95-EFF4D28DC5C2}"/>
              </a:ext>
            </a:extLst>
          </p:cNvPr>
          <p:cNvSpPr txBox="1"/>
          <p:nvPr/>
        </p:nvSpPr>
        <p:spPr>
          <a:xfrm>
            <a:off x="488548" y="6011806"/>
            <a:ext cx="636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6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5B4F-FD31-0970-4DBE-7E8CC0B9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C294-0B1D-A939-6086-4A6C9CA4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/>
              <a:t>II.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quy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cực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C460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44878-5731-0408-46E0-9191ACB82652}"/>
              </a:ext>
            </a:extLst>
          </p:cNvPr>
          <p:cNvSpPr txBox="1"/>
          <p:nvPr/>
        </p:nvSpPr>
        <p:spPr>
          <a:xfrm>
            <a:off x="603504" y="1154727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10AD2-530F-F27D-09C7-6FD47F576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173961"/>
            <a:ext cx="8116443" cy="4510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BDBA1D-7FD2-5F81-FE4C-A6581B68B81F}"/>
              </a:ext>
            </a:extLst>
          </p:cNvPr>
          <p:cNvSpPr txBox="1"/>
          <p:nvPr/>
        </p:nvSpPr>
        <p:spPr>
          <a:xfrm>
            <a:off x="511138" y="1632311"/>
            <a:ext cx="32431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VVT_F3 )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 )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4DC8D6-77AE-8166-6035-922A4E37C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562" y="3292931"/>
            <a:ext cx="35242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1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082D-6C58-A1FF-5FD9-5EBA18D8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0892C7-E79E-FC30-E66E-FFD3AB06B6CC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0122B7-23CB-A069-8A67-5823D3BC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49" y="966327"/>
            <a:ext cx="9097137" cy="4633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10E3A7-C24A-7040-9064-DC36F87E462A}"/>
              </a:ext>
            </a:extLst>
          </p:cNvPr>
          <p:cNvSpPr txBox="1"/>
          <p:nvPr/>
        </p:nvSpPr>
        <p:spPr>
          <a:xfrm>
            <a:off x="399287" y="1137778"/>
            <a:ext cx="2439163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Sau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b2.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620A3C-2EE7-0B3F-7A29-EA485D03A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69" y="2798503"/>
            <a:ext cx="438156" cy="33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4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FF08-31F5-C916-11FB-D8F3C79C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FA57-CDC0-3953-43D8-18EDAF9E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/>
              <a:t>III. </a:t>
            </a:r>
            <a:r>
              <a:rPr lang="en-US" b="1" dirty="0" err="1"/>
              <a:t>Báo</a:t>
            </a:r>
            <a:r>
              <a:rPr lang="en-US" b="1" dirty="0"/>
              <a:t> </a:t>
            </a:r>
            <a:r>
              <a:rPr lang="en-US" b="1" dirty="0" err="1"/>
              <a:t>Phế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cực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B726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242AF-A792-6BE5-E864-C09A139F43C6}"/>
              </a:ext>
            </a:extLst>
          </p:cNvPr>
          <p:cNvSpPr txBox="1"/>
          <p:nvPr/>
        </p:nvSpPr>
        <p:spPr>
          <a:xfrm>
            <a:off x="603504" y="1154727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13658-E618-E602-ECAF-7AA84ACB321E}"/>
              </a:ext>
            </a:extLst>
          </p:cNvPr>
          <p:cNvSpPr txBox="1"/>
          <p:nvPr/>
        </p:nvSpPr>
        <p:spPr>
          <a:xfrm>
            <a:off x="511138" y="1632311"/>
            <a:ext cx="324313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VVT_F3 )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22E2BB-A0B3-91E5-63D8-9FCD0D41F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12" y="2616656"/>
            <a:ext cx="352425" cy="31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249DF9-48F5-54AF-C1D2-1B32221D5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13" y="1216152"/>
            <a:ext cx="6834188" cy="503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7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2465-4527-E368-CA8A-FEE353EA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D9BD99-4C3F-9F2C-4258-262EF661E7DD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147D6-82A3-EEAF-B1C4-92E35CC0E692}"/>
              </a:ext>
            </a:extLst>
          </p:cNvPr>
          <p:cNvSpPr txBox="1"/>
          <p:nvPr/>
        </p:nvSpPr>
        <p:spPr>
          <a:xfrm>
            <a:off x="425487" y="1176634"/>
            <a:ext cx="2439163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b2.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phế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b3.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4E2B0-64C5-7961-8FAD-F59C2B393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01" y="2837359"/>
            <a:ext cx="438156" cy="331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5BE272-631F-714C-C873-097AC1535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1254733"/>
            <a:ext cx="266700" cy="257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636AD-4580-3125-1DD3-B1E57332C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794878"/>
            <a:ext cx="8658225" cy="54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C5EF-D39D-9967-20BC-D63A64D9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5DB2-6CD1-B485-6DE7-AE81DDF1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/>
              <a:t>IV.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đoạn</a:t>
            </a:r>
            <a:r>
              <a:rPr lang="en-US" b="1" dirty="0"/>
              <a:t> </a:t>
            </a:r>
            <a:r>
              <a:rPr lang="en-US" b="1" dirty="0" err="1"/>
              <a:t>ngoài</a:t>
            </a:r>
            <a:r>
              <a:rPr lang="en-US" b="1" dirty="0"/>
              <a:t> line(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C443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F6495-20CB-EB4E-1F18-E9A24002EF07}"/>
              </a:ext>
            </a:extLst>
          </p:cNvPr>
          <p:cNvSpPr txBox="1"/>
          <p:nvPr/>
        </p:nvSpPr>
        <p:spPr>
          <a:xfrm>
            <a:off x="603504" y="1154727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31A0F-5C2E-D97E-B3F2-5A2172C79E4F}"/>
              </a:ext>
            </a:extLst>
          </p:cNvPr>
          <p:cNvSpPr txBox="1"/>
          <p:nvPr/>
        </p:nvSpPr>
        <p:spPr>
          <a:xfrm>
            <a:off x="511138" y="1632311"/>
            <a:ext cx="3055645" cy="360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 )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FF9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kĩ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C143</a:t>
            </a:r>
            <a:endParaRPr lang="en-US" sz="1400" dirty="0">
              <a:solidFill>
                <a:srgbClr val="00B0F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02B71-F2AE-7E90-3BB9-3330CE044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62" y="3014660"/>
            <a:ext cx="352425" cy="314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C53179-4132-7E7A-D126-78FB90F8C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783" y="1236972"/>
            <a:ext cx="8229002" cy="512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8AC4-3197-5B1E-ED0F-547D53FE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49BAAF-07C2-0651-F205-D9F1C9CFA47B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1D1DC4-CF0D-D0B0-A399-3CE22D06AF9B}"/>
              </a:ext>
            </a:extLst>
          </p:cNvPr>
          <p:cNvSpPr txBox="1"/>
          <p:nvPr/>
        </p:nvSpPr>
        <p:spPr>
          <a:xfrm>
            <a:off x="399287" y="1137778"/>
            <a:ext cx="2496313" cy="29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Sau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b2.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37EDE-3CAD-58BB-97DD-7BEC9908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94" y="2518613"/>
            <a:ext cx="324516" cy="245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FB4099-1D0E-F104-DEC6-6E97856B9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953988"/>
            <a:ext cx="8792338" cy="539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32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5C12-A41E-A899-9703-9C78103F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9125-C17D-5B6B-7473-65465CFA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 err="1"/>
              <a:t>V.Thông</a:t>
            </a:r>
            <a:r>
              <a:rPr lang="en-US" b="1" dirty="0"/>
              <a:t> tin </a:t>
            </a:r>
            <a:r>
              <a:rPr lang="en-US" b="1" dirty="0" err="1"/>
              <a:t>Phế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đoạn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Line (</a:t>
            </a:r>
            <a:r>
              <a:rPr lang="en-US" b="1" dirty="0">
                <a:solidFill>
                  <a:srgbClr val="C00000"/>
                </a:solidFill>
              </a:rPr>
              <a:t>C321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70E07-13AD-AB91-D8C1-DC00DF6DAEB6}"/>
              </a:ext>
            </a:extLst>
          </p:cNvPr>
          <p:cNvSpPr txBox="1"/>
          <p:nvPr/>
        </p:nvSpPr>
        <p:spPr>
          <a:xfrm>
            <a:off x="603504" y="1154727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59EA0-1E1B-2493-721F-A713C7E082F9}"/>
              </a:ext>
            </a:extLst>
          </p:cNvPr>
          <p:cNvSpPr txBox="1"/>
          <p:nvPr/>
        </p:nvSpPr>
        <p:spPr>
          <a:xfrm>
            <a:off x="511138" y="1632311"/>
            <a:ext cx="32431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VVT_F3 )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 )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phế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A304BF-1941-8DB9-2FE0-28F3680A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2" y="3271837"/>
            <a:ext cx="352425" cy="314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AC3E4B-7471-A6CA-A84C-1102895C4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666" y="1216152"/>
            <a:ext cx="8238102" cy="520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97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A27CC-8596-0E6F-543B-61084D55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0622-D4AB-F275-F0BE-0E47D79D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VI. </a:t>
            </a:r>
            <a:r>
              <a:rPr lang="en-US" b="1" dirty="0" err="1"/>
              <a:t>Toàn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đo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line(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C430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7FA6B-1056-E2FE-57D1-952CC67DFF3D}"/>
              </a:ext>
            </a:extLst>
          </p:cNvPr>
          <p:cNvSpPr txBox="1"/>
          <p:nvPr/>
        </p:nvSpPr>
        <p:spPr>
          <a:xfrm>
            <a:off x="603504" y="1154727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A26F4-CE4A-47BA-96E7-16743645D71F}"/>
              </a:ext>
            </a:extLst>
          </p:cNvPr>
          <p:cNvSpPr txBox="1"/>
          <p:nvPr/>
        </p:nvSpPr>
        <p:spPr>
          <a:xfrm>
            <a:off x="511138" y="1632311"/>
            <a:ext cx="3822737" cy="2963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barcode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solidFill>
                <a:srgbClr val="00B0F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B8F6F5-168B-FE82-6989-E61989EE2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095" y="3906903"/>
            <a:ext cx="352425" cy="314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B9B401-DC7B-783C-5E0B-14091E216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863" y="1154727"/>
            <a:ext cx="6613481" cy="526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E65E-931B-2B4D-9986-2FEBFF69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B8A4-FED9-B263-5F36-3FDA2038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/>
              <a:t>VI.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đoạn</a:t>
            </a:r>
            <a:r>
              <a:rPr lang="en-US" b="1" dirty="0"/>
              <a:t> Tapping(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C521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04E0F-A1BB-95AF-88AB-3EDE0183C3E6}"/>
              </a:ext>
            </a:extLst>
          </p:cNvPr>
          <p:cNvSpPr txBox="1"/>
          <p:nvPr/>
        </p:nvSpPr>
        <p:spPr>
          <a:xfrm>
            <a:off x="603504" y="1154727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44372-A9D1-22FD-FFD2-DE126315200D}"/>
              </a:ext>
            </a:extLst>
          </p:cNvPr>
          <p:cNvSpPr txBox="1"/>
          <p:nvPr/>
        </p:nvSpPr>
        <p:spPr>
          <a:xfrm>
            <a:off x="511138" y="1632311"/>
            <a:ext cx="3822737" cy="264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lot no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solidFill>
                <a:srgbClr val="00B0F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DD7355-9C77-0265-1CF3-D006F1C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095" y="3906903"/>
            <a:ext cx="352425" cy="31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B35FB7-081F-C492-1C84-11E9C367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37" y="1154727"/>
            <a:ext cx="7820025" cy="552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40069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657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Goudy Old Style</vt:lpstr>
      <vt:lpstr>Times New Roman</vt:lpstr>
      <vt:lpstr>Univers Light</vt:lpstr>
      <vt:lpstr>PoiseVTI</vt:lpstr>
      <vt:lpstr>Quy Trình nhập Liệu QC</vt:lpstr>
      <vt:lpstr>I. Quản LÝ hạng mục/Nhóm kiểm tra IQC và OQC</vt:lpstr>
      <vt:lpstr>PowerPoint Presentation</vt:lpstr>
      <vt:lpstr>PowerPoint Presentation</vt:lpstr>
      <vt:lpstr>PowerPoint Presentation</vt:lpstr>
      <vt:lpstr>II. Kiểm tra quy trình điện cực (C460)</vt:lpstr>
      <vt:lpstr>PowerPoint Presentation</vt:lpstr>
      <vt:lpstr>III. Báo Phế Kiểm tra điện cực (B726)</vt:lpstr>
      <vt:lpstr>PowerPoint Presentation</vt:lpstr>
      <vt:lpstr>IV. Kiểm tra công đoạn ngoài line(C443)</vt:lpstr>
      <vt:lpstr>PowerPoint Presentation</vt:lpstr>
      <vt:lpstr>V.Thông tin Phế công đoạn trên Line (C321)</vt:lpstr>
      <vt:lpstr>VI. Toàn bộ lịch sử đo kiểm tra trên line(C430)</vt:lpstr>
      <vt:lpstr>VI. Kiểm tra công đoạn Tapping(C521)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4</cp:revision>
  <dcterms:created xsi:type="dcterms:W3CDTF">2024-11-11T07:28:55Z</dcterms:created>
  <dcterms:modified xsi:type="dcterms:W3CDTF">2025-01-13T04:48:58Z</dcterms:modified>
</cp:coreProperties>
</file>