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7"/>
  </p:notesMasterIdLst>
  <p:sldIdLst>
    <p:sldId id="256" r:id="rId2"/>
    <p:sldId id="295" r:id="rId3"/>
    <p:sldId id="296" r:id="rId4"/>
    <p:sldId id="297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sz="3600" dirty="0" err="1"/>
              <a:t>Hướng</a:t>
            </a:r>
            <a:r>
              <a:rPr lang="en-US" sz="3600" dirty="0"/>
              <a:t> </a:t>
            </a:r>
            <a:r>
              <a:rPr lang="en-US" sz="3600" dirty="0" err="1"/>
              <a:t>dẫn</a:t>
            </a:r>
            <a:r>
              <a:rPr lang="en-US" sz="3600" dirty="0"/>
              <a:t> </a:t>
            </a:r>
            <a:r>
              <a:rPr lang="en-US" sz="3600" dirty="0" err="1"/>
              <a:t>Màn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B453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449163" y="4530541"/>
            <a:ext cx="6468575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 </a:t>
            </a:r>
            <a:r>
              <a:rPr lang="en-US" dirty="0" err="1"/>
              <a:t>Tem</a:t>
            </a:r>
            <a:r>
              <a:rPr lang="en-US" dirty="0"/>
              <a:t> inner </a:t>
            </a:r>
            <a:r>
              <a:rPr lang="en-US" dirty="0" err="1"/>
              <a:t>và</a:t>
            </a:r>
            <a:r>
              <a:rPr lang="en-US" dirty="0"/>
              <a:t> outer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A93C-D28A-E0BF-AF3F-552390AF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AC76-BE41-F9ED-8F19-83A29650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IN </a:t>
            </a:r>
            <a:r>
              <a:rPr lang="en-US" b="1" dirty="0" err="1"/>
              <a:t>Tem</a:t>
            </a:r>
            <a:r>
              <a:rPr lang="en-US" b="1" dirty="0"/>
              <a:t> 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F786C-3B25-B140-032E-2FFBE95A2284}"/>
              </a:ext>
            </a:extLst>
          </p:cNvPr>
          <p:cNvSpPr txBox="1"/>
          <p:nvPr/>
        </p:nvSpPr>
        <p:spPr>
          <a:xfrm>
            <a:off x="420623" y="855720"/>
            <a:ext cx="9609201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Part No, INVOICE NO (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INVOICE Date, Packet Qty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Khi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 tick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IsOuter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39D3C-E231-CDC7-C149-D3EC047D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1" y="3262520"/>
            <a:ext cx="11390476" cy="3323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8BDDFD-9123-825D-9991-027D24D91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407" y="1763373"/>
            <a:ext cx="314286" cy="3047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35CA00-5EED-C3C6-0C08-97F51F67A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08" y="2691155"/>
            <a:ext cx="995241" cy="2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4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FF6A-2896-EDAA-81A2-FF885080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77E-0728-F81F-A2D2-AC9AE1A6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IN </a:t>
            </a:r>
            <a:r>
              <a:rPr lang="en-US" b="1" dirty="0" err="1"/>
              <a:t>Tem</a:t>
            </a:r>
            <a:r>
              <a:rPr lang="en-US" b="1" dirty="0"/>
              <a:t> 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06F38-97F5-7F17-099E-8939F0F94A02}"/>
              </a:ext>
            </a:extLst>
          </p:cNvPr>
          <p:cNvSpPr txBox="1"/>
          <p:nvPr/>
        </p:nvSpPr>
        <p:spPr>
          <a:xfrm>
            <a:off x="603504" y="1278858"/>
            <a:ext cx="9609201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4CE08-D3BB-2C6C-66DF-EE6242A31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13782" y="1566511"/>
            <a:ext cx="4233871" cy="56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2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35FF-955F-0A8D-BFDB-3CE3A0CB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E121-DD74-9EA5-C78F-30E93D98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IN </a:t>
            </a:r>
            <a:r>
              <a:rPr lang="en-US" b="1" dirty="0" err="1"/>
              <a:t>Tem</a:t>
            </a:r>
            <a:r>
              <a:rPr lang="en-US" b="1" dirty="0"/>
              <a:t> Outer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58B52-082A-32E2-8E99-B2F822F35F04}"/>
              </a:ext>
            </a:extLst>
          </p:cNvPr>
          <p:cNvSpPr txBox="1"/>
          <p:nvPr/>
        </p:nvSpPr>
        <p:spPr>
          <a:xfrm>
            <a:off x="420623" y="855720"/>
            <a:ext cx="9609201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Part No, INVOICE NO (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INVOICE Date,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BoxQTY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Number Of Total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Khi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IsOuter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Trường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Total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CEC29-C7C6-2861-0168-63C12B44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49" y="3648257"/>
            <a:ext cx="11371428" cy="29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309076-71EE-6AC3-28C9-47D48F731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882" y="1818741"/>
            <a:ext cx="314286" cy="304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9A9A28-4A3E-67F9-54E3-594C81ED5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503" y="3074881"/>
            <a:ext cx="981022" cy="23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6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8DC9-FE59-D397-6F67-6615D1D43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3A1A-1BB8-C2FA-8DF1-AEC8DDAC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IN </a:t>
            </a:r>
            <a:r>
              <a:rPr lang="en-US" b="1" dirty="0" err="1"/>
              <a:t>Tem</a:t>
            </a:r>
            <a:r>
              <a:rPr lang="en-US" b="1" dirty="0"/>
              <a:t> OUTER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7BCC0-ED57-A01F-E4DE-572F8C74B743}"/>
              </a:ext>
            </a:extLst>
          </p:cNvPr>
          <p:cNvSpPr txBox="1"/>
          <p:nvPr/>
        </p:nvSpPr>
        <p:spPr>
          <a:xfrm>
            <a:off x="603504" y="1278858"/>
            <a:ext cx="9609201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D7894-4EC2-5812-3F1C-5251D4EE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05524" y="929099"/>
            <a:ext cx="4780952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46387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187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Màn hình B453</vt:lpstr>
      <vt:lpstr>I. IN Tem INNER</vt:lpstr>
      <vt:lpstr>I. IN Tem INNER</vt:lpstr>
      <vt:lpstr>II. IN Tem Outer</vt:lpstr>
      <vt:lpstr>II. IN Tem OUTER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25</cp:revision>
  <dcterms:created xsi:type="dcterms:W3CDTF">2024-11-11T07:28:55Z</dcterms:created>
  <dcterms:modified xsi:type="dcterms:W3CDTF">2025-03-18T03:23:39Z</dcterms:modified>
</cp:coreProperties>
</file>