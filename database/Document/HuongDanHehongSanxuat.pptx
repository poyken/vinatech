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7" r:id="rId2"/>
    <p:sldId id="261" r:id="rId3"/>
    <p:sldId id="288" r:id="rId4"/>
    <p:sldId id="289" r:id="rId5"/>
    <p:sldId id="290" r:id="rId6"/>
    <p:sldId id="291" r:id="rId7"/>
    <p:sldId id="292" r:id="rId8"/>
    <p:sldId id="287" r:id="rId9"/>
    <p:sldId id="256" r:id="rId10"/>
    <p:sldId id="272" r:id="rId11"/>
    <p:sldId id="273" r:id="rId12"/>
    <p:sldId id="283" r:id="rId13"/>
    <p:sldId id="284" r:id="rId14"/>
    <p:sldId id="285" r:id="rId15"/>
    <p:sldId id="286" r:id="rId16"/>
    <p:sldId id="265" r:id="rId17"/>
    <p:sldId id="264" r:id="rId18"/>
  </p:sldIdLst>
  <p:sldSz cx="18288000" cy="10287000"/>
  <p:notesSz cx="6858000" cy="9144000"/>
  <p:embeddedFontLst>
    <p:embeddedFont>
      <p:font typeface="Cabin Bold" panose="020B0604020202020204" charset="0"/>
      <p:regular r:id="rId20"/>
    </p:embeddedFont>
    <p:embeddedFont>
      <p:font typeface="Cabin Semi-Bold" panose="020B0604020202020204" charset="0"/>
      <p:regular r:id="rId21"/>
    </p:embeddedFont>
    <p:embeddedFont>
      <p:font typeface="Muli" panose="020B0604020202020204" charset="0"/>
      <p:regular r:id="rId22"/>
    </p:embeddedFont>
    <p:embeddedFont>
      <p:font typeface="Muli Semi-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2C165-BFE1-4CEB-9123-34DC1ADB515D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043C9-5A64-43BB-9E26-D2EDE6D25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2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43C9-5A64-43BB-9E26-D2EDE6D25D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8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9" Type="http://schemas.openxmlformats.org/officeDocument/2006/relationships/image" Target="../media/image3.png"/><Relationship Id="rId21" Type="http://schemas.openxmlformats.org/officeDocument/2006/relationships/image" Target="../media/image45.png"/><Relationship Id="rId34" Type="http://schemas.openxmlformats.org/officeDocument/2006/relationships/image" Target="../media/image58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38" Type="http://schemas.openxmlformats.org/officeDocument/2006/relationships/image" Target="../media/image62.png"/><Relationship Id="rId2" Type="http://schemas.openxmlformats.org/officeDocument/2006/relationships/image" Target="../media/image28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37" Type="http://schemas.openxmlformats.org/officeDocument/2006/relationships/image" Target="../media/image61.png"/><Relationship Id="rId40" Type="http://schemas.openxmlformats.org/officeDocument/2006/relationships/image" Target="../media/image63.png"/><Relationship Id="rId5" Type="http://schemas.openxmlformats.org/officeDocument/2006/relationships/image" Target="../media/image31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36" Type="http://schemas.openxmlformats.org/officeDocument/2006/relationships/image" Target="../media/image60.png"/><Relationship Id="rId10" Type="http://schemas.openxmlformats.org/officeDocument/2006/relationships/image" Target="../media/image4.png"/><Relationship Id="rId19" Type="http://schemas.openxmlformats.org/officeDocument/2006/relationships/image" Target="../media/image43.png"/><Relationship Id="rId31" Type="http://schemas.openxmlformats.org/officeDocument/2006/relationships/image" Target="../media/image5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5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Relationship Id="rId8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712502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5"/>
                </a:lnTo>
                <a:lnTo>
                  <a:pt x="0" y="1595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967902"/>
            <a:ext cx="1339996" cy="133999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29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44792" y="5247713"/>
            <a:ext cx="754347" cy="768761"/>
          </a:xfrm>
          <a:custGeom>
            <a:avLst/>
            <a:gdLst/>
            <a:ahLst/>
            <a:cxnLst/>
            <a:rect l="l" t="t" r="r" b="b"/>
            <a:pathLst>
              <a:path w="754347" h="768761">
                <a:moveTo>
                  <a:pt x="0" y="0"/>
                </a:moveTo>
                <a:lnTo>
                  <a:pt x="754346" y="0"/>
                </a:lnTo>
                <a:lnTo>
                  <a:pt x="754346" y="768761"/>
                </a:lnTo>
                <a:lnTo>
                  <a:pt x="0" y="768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463946" y="4980480"/>
            <a:ext cx="5138582" cy="1314839"/>
            <a:chOff x="0" y="0"/>
            <a:chExt cx="1353371" cy="3462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371" cy="346295"/>
            </a:xfrm>
            <a:custGeom>
              <a:avLst/>
              <a:gdLst/>
              <a:ahLst/>
              <a:cxnLst/>
              <a:rect l="l" t="t" r="r" b="b"/>
              <a:pathLst>
                <a:path w="1353371" h="346295">
                  <a:moveTo>
                    <a:pt x="131076" y="0"/>
                  </a:moveTo>
                  <a:lnTo>
                    <a:pt x="1222295" y="0"/>
                  </a:lnTo>
                  <a:cubicBezTo>
                    <a:pt x="1257058" y="0"/>
                    <a:pt x="1290398" y="13810"/>
                    <a:pt x="1314980" y="38391"/>
                  </a:cubicBezTo>
                  <a:cubicBezTo>
                    <a:pt x="1339561" y="62973"/>
                    <a:pt x="1353371" y="96313"/>
                    <a:pt x="1353371" y="131076"/>
                  </a:cubicBezTo>
                  <a:lnTo>
                    <a:pt x="1353371" y="215219"/>
                  </a:lnTo>
                  <a:cubicBezTo>
                    <a:pt x="1353371" y="249982"/>
                    <a:pt x="1339561" y="283322"/>
                    <a:pt x="1314980" y="307904"/>
                  </a:cubicBezTo>
                  <a:cubicBezTo>
                    <a:pt x="1290398" y="332485"/>
                    <a:pt x="1257058" y="346295"/>
                    <a:pt x="1222295" y="346295"/>
                  </a:cubicBezTo>
                  <a:lnTo>
                    <a:pt x="131076" y="346295"/>
                  </a:lnTo>
                  <a:cubicBezTo>
                    <a:pt x="96313" y="346295"/>
                    <a:pt x="62973" y="332485"/>
                    <a:pt x="38391" y="307904"/>
                  </a:cubicBezTo>
                  <a:cubicBezTo>
                    <a:pt x="13810" y="283322"/>
                    <a:pt x="0" y="249982"/>
                    <a:pt x="0" y="215219"/>
                  </a:cubicBezTo>
                  <a:lnTo>
                    <a:pt x="0" y="131076"/>
                  </a:lnTo>
                  <a:cubicBezTo>
                    <a:pt x="0" y="96313"/>
                    <a:pt x="13810" y="62973"/>
                    <a:pt x="38391" y="38391"/>
                  </a:cubicBezTo>
                  <a:cubicBezTo>
                    <a:pt x="62973" y="13810"/>
                    <a:pt x="96313" y="0"/>
                    <a:pt x="131076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53371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Các màn hình hiển thị dữ liệu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996" y="0"/>
            <a:ext cx="18264004" cy="2360401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716841" y="3094075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7602528" y="5808499"/>
            <a:ext cx="4113381" cy="754798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8716841" y="3339022"/>
            <a:ext cx="1339996" cy="13399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72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184493" y="3374632"/>
            <a:ext cx="4724885" cy="1314839"/>
            <a:chOff x="0" y="0"/>
            <a:chExt cx="1244414" cy="3462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44414" cy="346295"/>
            </a:xfrm>
            <a:custGeom>
              <a:avLst/>
              <a:gdLst/>
              <a:ahLst/>
              <a:cxnLst/>
              <a:rect l="l" t="t" r="r" b="b"/>
              <a:pathLst>
                <a:path w="1244414" h="346295">
                  <a:moveTo>
                    <a:pt x="142553" y="0"/>
                  </a:moveTo>
                  <a:lnTo>
                    <a:pt x="1101861" y="0"/>
                  </a:lnTo>
                  <a:cubicBezTo>
                    <a:pt x="1139669" y="0"/>
                    <a:pt x="1175928" y="15019"/>
                    <a:pt x="1202661" y="41753"/>
                  </a:cubicBezTo>
                  <a:cubicBezTo>
                    <a:pt x="1229395" y="68487"/>
                    <a:pt x="1244414" y="104746"/>
                    <a:pt x="1244414" y="142553"/>
                  </a:cubicBezTo>
                  <a:lnTo>
                    <a:pt x="1244414" y="203742"/>
                  </a:lnTo>
                  <a:cubicBezTo>
                    <a:pt x="1244414" y="282472"/>
                    <a:pt x="1180591" y="346295"/>
                    <a:pt x="1101861" y="346295"/>
                  </a:cubicBezTo>
                  <a:lnTo>
                    <a:pt x="142553" y="346295"/>
                  </a:lnTo>
                  <a:cubicBezTo>
                    <a:pt x="104746" y="346295"/>
                    <a:pt x="68487" y="331276"/>
                    <a:pt x="41753" y="304542"/>
                  </a:cubicBezTo>
                  <a:cubicBezTo>
                    <a:pt x="15019" y="277808"/>
                    <a:pt x="0" y="241549"/>
                    <a:pt x="0" y="203742"/>
                  </a:cubicBezTo>
                  <a:lnTo>
                    <a:pt x="0" y="142553"/>
                  </a:lnTo>
                  <a:cubicBezTo>
                    <a:pt x="0" y="104746"/>
                    <a:pt x="15019" y="68487"/>
                    <a:pt x="41753" y="41753"/>
                  </a:cubicBezTo>
                  <a:cubicBezTo>
                    <a:pt x="68487" y="15019"/>
                    <a:pt x="104746" y="0"/>
                    <a:pt x="142553" y="0"/>
                  </a:cubicBezTo>
                  <a:close/>
                </a:path>
              </a:pathLst>
            </a:custGeom>
            <a:solidFill>
              <a:srgbClr val="FFD2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44414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Cấu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hình </a:t>
              </a: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hệ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thống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9022541" y="3610364"/>
            <a:ext cx="789813" cy="797311"/>
          </a:xfrm>
          <a:custGeom>
            <a:avLst/>
            <a:gdLst/>
            <a:ahLst/>
            <a:cxnLst/>
            <a:rect l="l" t="t" r="r" b="b"/>
            <a:pathLst>
              <a:path w="789813" h="797311">
                <a:moveTo>
                  <a:pt x="0" y="0"/>
                </a:moveTo>
                <a:lnTo>
                  <a:pt x="789812" y="0"/>
                </a:lnTo>
                <a:lnTo>
                  <a:pt x="789812" y="797311"/>
                </a:lnTo>
                <a:lnTo>
                  <a:pt x="0" y="797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782567" y="5540521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6" y="0"/>
                </a:lnTo>
                <a:lnTo>
                  <a:pt x="1595396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V="1">
            <a:off x="7602528" y="4649786"/>
            <a:ext cx="1412139" cy="597927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1876938" y="5795921"/>
            <a:ext cx="1339996" cy="133999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CB7E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312184" y="5808499"/>
            <a:ext cx="3887885" cy="1314839"/>
            <a:chOff x="0" y="0"/>
            <a:chExt cx="1023970" cy="3462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3970" cy="346295"/>
            </a:xfrm>
            <a:custGeom>
              <a:avLst/>
              <a:gdLst/>
              <a:ahLst/>
              <a:cxnLst/>
              <a:rect l="l" t="t" r="r" b="b"/>
              <a:pathLst>
                <a:path w="1023970" h="346295">
                  <a:moveTo>
                    <a:pt x="173148" y="0"/>
                  </a:moveTo>
                  <a:lnTo>
                    <a:pt x="850822" y="0"/>
                  </a:lnTo>
                  <a:cubicBezTo>
                    <a:pt x="946449" y="0"/>
                    <a:pt x="1023970" y="77521"/>
                    <a:pt x="1023970" y="173148"/>
                  </a:cubicBezTo>
                  <a:lnTo>
                    <a:pt x="1023970" y="173148"/>
                  </a:lnTo>
                  <a:cubicBezTo>
                    <a:pt x="1023970" y="268774"/>
                    <a:pt x="946449" y="346295"/>
                    <a:pt x="850822" y="346295"/>
                  </a:cubicBezTo>
                  <a:lnTo>
                    <a:pt x="173148" y="346295"/>
                  </a:lnTo>
                  <a:cubicBezTo>
                    <a:pt x="77521" y="346295"/>
                    <a:pt x="0" y="268774"/>
                    <a:pt x="0" y="173148"/>
                  </a:cubicBezTo>
                  <a:lnTo>
                    <a:pt x="0" y="173148"/>
                  </a:lnTo>
                  <a:cubicBezTo>
                    <a:pt x="0" y="77521"/>
                    <a:pt x="77521" y="0"/>
                    <a:pt x="173148" y="0"/>
                  </a:cubicBezTo>
                  <a:close/>
                </a:path>
              </a:pathLst>
            </a:custGeom>
            <a:solidFill>
              <a:srgbClr val="FF772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023970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TÓM TẮT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2180482" y="6066135"/>
            <a:ext cx="799567" cy="799567"/>
          </a:xfrm>
          <a:custGeom>
            <a:avLst/>
            <a:gdLst/>
            <a:ahLst/>
            <a:cxnLst/>
            <a:rect l="l" t="t" r="r" b="b"/>
            <a:pathLst>
              <a:path w="799567" h="799567">
                <a:moveTo>
                  <a:pt x="0" y="0"/>
                </a:moveTo>
                <a:lnTo>
                  <a:pt x="799566" y="0"/>
                </a:lnTo>
                <a:lnTo>
                  <a:pt x="799566" y="799567"/>
                </a:lnTo>
                <a:lnTo>
                  <a:pt x="0" y="7995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4">
            <a:extLst>
              <a:ext uri="{FF2B5EF4-FFF2-40B4-BE49-F238E27FC236}">
                <a16:creationId xmlns:a16="http://schemas.microsoft.com/office/drawing/2014/main" id="{DC3C3EF5-B830-8704-B7CC-25C6DDD9C49C}"/>
              </a:ext>
            </a:extLst>
          </p:cNvPr>
          <p:cNvSpPr txBox="1"/>
          <p:nvPr/>
        </p:nvSpPr>
        <p:spPr>
          <a:xfrm>
            <a:off x="566198" y="627100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Một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số màn hình sản xuất trên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hệ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thống 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7051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19400" y="2155910"/>
            <a:ext cx="3031765" cy="505100"/>
            <a:chOff x="0" y="0"/>
            <a:chExt cx="2032782" cy="3386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B310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649200" y="2155910"/>
            <a:ext cx="3031765" cy="547718"/>
            <a:chOff x="0" y="-28575"/>
            <a:chExt cx="2032782" cy="3672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B450</a:t>
              </a:r>
            </a:p>
          </p:txBody>
        </p:sp>
      </p:grpSp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Tạo PO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9F991-25BC-C1D5-EC2C-598C5AA1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5" y="2746246"/>
            <a:ext cx="8295145" cy="6359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4A7D78-EB62-9C7F-0BD2-D7332C096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746245"/>
            <a:ext cx="9590545" cy="6359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B310 : Thông tin PO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B310: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 Ấn tạo PO thủ công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 Sẽ hiển thị 1 popup như hình </a:t>
              </a:r>
              <a:r>
                <a:rPr lang="en-US" dirty="0" err="1"/>
                <a:t>su</a:t>
              </a:r>
              <a:r>
                <a:rPr lang="en-US" dirty="0"/>
                <a:t> đó chọn thông tin của </a:t>
              </a:r>
              <a:r>
                <a:rPr lang="en-US" dirty="0" err="1"/>
                <a:t>hàng</a:t>
              </a:r>
              <a:r>
                <a:rPr lang="en-US" dirty="0"/>
                <a:t> cần sản xuất ,hiện tại </a:t>
              </a:r>
              <a:r>
                <a:rPr lang="en-US" dirty="0" err="1"/>
                <a:t>Bomversion</a:t>
              </a:r>
              <a:r>
                <a:rPr lang="en-US" dirty="0"/>
                <a:t> bắt </a:t>
              </a:r>
              <a:r>
                <a:rPr lang="en-US" dirty="0" err="1"/>
                <a:t>buộc</a:t>
              </a:r>
              <a:r>
                <a:rPr lang="en-US" dirty="0"/>
                <a:t> phải là 99, số lượng “</a:t>
              </a:r>
              <a:r>
                <a:rPr lang="en-US" dirty="0" err="1"/>
                <a:t>ProQty</a:t>
              </a:r>
              <a:r>
                <a:rPr lang="en-US" dirty="0"/>
                <a:t>” là số lượng của cả tháng chứ không phải </a:t>
              </a:r>
              <a:r>
                <a:rPr lang="en-US" dirty="0" err="1"/>
                <a:t>theo</a:t>
              </a:r>
              <a:r>
                <a:rPr lang="en-US" dirty="0"/>
                <a:t> ngày.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Ấn ok để xong quá trình.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665298" y="3476595"/>
            <a:ext cx="762000" cy="10923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1BBA4B-7921-DF3C-8AA3-CB1C290AC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98" y="4631051"/>
            <a:ext cx="10395402" cy="561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B310 : Thông tin PO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Khi đã hết popup điền thông tin thì sẽ phải </a:t>
              </a:r>
              <a:r>
                <a:rPr lang="en-US" dirty="0" err="1"/>
                <a:t>tích</a:t>
              </a:r>
              <a:r>
                <a:rPr lang="en-US" dirty="0"/>
                <a:t> chọn bản ghi vừa thêm </a:t>
              </a:r>
              <a:r>
                <a:rPr lang="en-US" dirty="0" err="1"/>
                <a:t>rồi</a:t>
              </a:r>
              <a:r>
                <a:rPr lang="en-US" dirty="0"/>
                <a:t> </a:t>
              </a:r>
              <a:r>
                <a:rPr lang="en-US" dirty="0" err="1"/>
                <a:t>sau</a:t>
              </a:r>
              <a:r>
                <a:rPr lang="en-US" dirty="0"/>
                <a:t> đó ấn chốt để có thể xác nhận đã xong PO </a:t>
              </a:r>
              <a:r>
                <a:rPr lang="en-US" dirty="0" err="1"/>
                <a:t>theo</a:t>
              </a:r>
              <a:r>
                <a:rPr lang="en-US" dirty="0"/>
                <a:t> tháng.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 err="1"/>
                <a:t>Nút</a:t>
              </a:r>
              <a:r>
                <a:rPr lang="en-US" dirty="0"/>
                <a:t> </a:t>
              </a:r>
              <a:r>
                <a:rPr lang="en-US" dirty="0" err="1"/>
                <a:t>POCancel</a:t>
              </a:r>
              <a:r>
                <a:rPr lang="en-US" dirty="0"/>
                <a:t> sẽ là xóa PO vừa tạo đi.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Nhìn </a:t>
              </a:r>
              <a:r>
                <a:rPr lang="en-US" dirty="0" err="1"/>
                <a:t>xuống</a:t>
              </a:r>
              <a:r>
                <a:rPr lang="en-US" dirty="0"/>
                <a:t> các tab </a:t>
              </a:r>
              <a:r>
                <a:rPr lang="en-US" dirty="0" err="1"/>
                <a:t>bên</a:t>
              </a:r>
              <a:r>
                <a:rPr lang="en-US" dirty="0"/>
                <a:t> dưới để kiểm tra xem các công đoạn đã đúng chưa.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ED09918-7070-4409-EE5F-86B74CC1F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989" y="1790700"/>
            <a:ext cx="1040601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4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B450 : Kế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hoạch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lắp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ráp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theo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ngày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B450 </a:t>
              </a:r>
              <a:r>
                <a:rPr lang="en-US" dirty="0" err="1"/>
                <a:t>sau</a:t>
              </a:r>
              <a:r>
                <a:rPr lang="en-US" dirty="0"/>
                <a:t> đó ấn </a:t>
              </a:r>
              <a:r>
                <a:rPr lang="en-US" dirty="0" err="1"/>
                <a:t>nút</a:t>
              </a:r>
              <a:r>
                <a:rPr lang="en-US" dirty="0"/>
                <a:t> “</a:t>
              </a:r>
              <a:r>
                <a:rPr lang="en-US" dirty="0" err="1"/>
                <a:t>POSelectDialog</a:t>
              </a:r>
              <a:r>
                <a:rPr lang="en-US" dirty="0"/>
                <a:t>” sẽ có 1 popup hiển thị như hình ảnh  : </a:t>
              </a:r>
            </a:p>
            <a:p>
              <a:r>
                <a:rPr lang="en-US" dirty="0"/>
                <a:t>Lấy số PO đã tạo </a:t>
              </a:r>
              <a:r>
                <a:rPr lang="en-US" dirty="0" err="1"/>
                <a:t>bên</a:t>
              </a:r>
              <a:r>
                <a:rPr lang="en-US" dirty="0"/>
                <a:t> màn hình B310 </a:t>
              </a:r>
              <a:r>
                <a:rPr lang="en-US" dirty="0" err="1"/>
                <a:t>rồi</a:t>
              </a:r>
              <a:r>
                <a:rPr lang="en-US" dirty="0"/>
                <a:t> tìm kiếm </a:t>
              </a:r>
              <a:r>
                <a:rPr lang="en-US" dirty="0" err="1"/>
                <a:t>tích</a:t>
              </a:r>
              <a:r>
                <a:rPr lang="en-US" dirty="0"/>
                <a:t> vào </a:t>
              </a:r>
              <a:r>
                <a:rPr lang="en-US" dirty="0" err="1"/>
                <a:t>sau</a:t>
              </a:r>
              <a:r>
                <a:rPr lang="en-US" dirty="0"/>
                <a:t> đó ấn “OK” thì nó sẽ hiển thị </a:t>
              </a:r>
              <a:r>
                <a:rPr lang="en-US" dirty="0" err="1"/>
                <a:t>ra</a:t>
              </a:r>
              <a:r>
                <a:rPr lang="en-US" dirty="0"/>
                <a:t> màn hình.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665298" y="3476595"/>
            <a:ext cx="762000" cy="10923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102D6E-DD51-EAE7-7751-EA4568DB5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298" y="4568962"/>
            <a:ext cx="10373701" cy="484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9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B450 : Kế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hoạch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lắp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ráp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theo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ngày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Khi ấn OK sẽ lưu ý đến 4 cột có màu </a:t>
              </a:r>
              <a:r>
                <a:rPr lang="en-US" dirty="0" err="1"/>
                <a:t>đậm</a:t>
              </a:r>
              <a:r>
                <a:rPr lang="en-US" dirty="0"/>
                <a:t> như </a:t>
              </a:r>
              <a:r>
                <a:rPr lang="en-US" dirty="0" err="1"/>
                <a:t>khoanh</a:t>
              </a:r>
              <a:r>
                <a:rPr lang="en-US" dirty="0"/>
                <a:t> đỏ trong hình phải điền đủ thông tin :</a:t>
              </a:r>
            </a:p>
            <a:p>
              <a:r>
                <a:rPr lang="en-US" dirty="0"/>
                <a:t> - Mã line </a:t>
              </a:r>
            </a:p>
            <a:p>
              <a:r>
                <a:rPr lang="en-US" dirty="0"/>
                <a:t> - Ngày </a:t>
              </a:r>
              <a:r>
                <a:rPr lang="en-US" dirty="0" err="1"/>
                <a:t>theo</a:t>
              </a:r>
              <a:r>
                <a:rPr lang="en-US" dirty="0"/>
                <a:t> kế </a:t>
              </a:r>
              <a:r>
                <a:rPr lang="en-US" dirty="0" err="1"/>
                <a:t>hoạch</a:t>
              </a:r>
              <a:r>
                <a:rPr lang="en-US" dirty="0"/>
                <a:t> : Ngày sản xuất </a:t>
              </a:r>
              <a:r>
                <a:rPr lang="en-US" dirty="0" err="1"/>
                <a:t>hàng</a:t>
              </a:r>
              <a:r>
                <a:rPr lang="en-US" dirty="0"/>
                <a:t> đó.</a:t>
              </a:r>
            </a:p>
            <a:p>
              <a:r>
                <a:rPr lang="en-US" dirty="0"/>
                <a:t> - </a:t>
              </a:r>
              <a:r>
                <a:rPr lang="en-US" dirty="0" err="1"/>
                <a:t>PlanShiftCode</a:t>
              </a:r>
              <a:r>
                <a:rPr lang="en-US" dirty="0"/>
                <a:t> : ca </a:t>
              </a:r>
              <a:r>
                <a:rPr lang="en-US" dirty="0" err="1"/>
                <a:t>theo</a:t>
              </a:r>
              <a:r>
                <a:rPr lang="en-US" dirty="0"/>
                <a:t> kế </a:t>
              </a:r>
              <a:r>
                <a:rPr lang="en-US" dirty="0" err="1"/>
                <a:t>hoạch</a:t>
              </a:r>
              <a:endParaRPr lang="en-US" dirty="0"/>
            </a:p>
            <a:p>
              <a:r>
                <a:rPr lang="en-US" dirty="0"/>
                <a:t>     + 1: ca ngày</a:t>
              </a:r>
            </a:p>
            <a:p>
              <a:r>
                <a:rPr lang="en-US" dirty="0"/>
                <a:t>     + 2: ca đêm</a:t>
              </a:r>
            </a:p>
            <a:p>
              <a:r>
                <a:rPr lang="en-US" dirty="0"/>
                <a:t> - Số lượng kế </a:t>
              </a:r>
              <a:r>
                <a:rPr lang="en-US" dirty="0" err="1"/>
                <a:t>hoạch</a:t>
              </a:r>
              <a:r>
                <a:rPr lang="en-US" dirty="0"/>
                <a:t> : Số lượng </a:t>
              </a:r>
              <a:r>
                <a:rPr lang="en-US" dirty="0" err="1"/>
                <a:t>làm</a:t>
              </a:r>
              <a:r>
                <a:rPr lang="en-US" dirty="0"/>
                <a:t> trong ngày đó</a:t>
              </a:r>
            </a:p>
            <a:p>
              <a:endParaRPr lang="en-US" dirty="0"/>
            </a:p>
            <a:p>
              <a:r>
                <a:rPr lang="en-US" dirty="0"/>
                <a:t> Sau đó ấn </a:t>
              </a:r>
              <a:r>
                <a:rPr lang="en-US" dirty="0" err="1"/>
                <a:t>nút</a:t>
              </a:r>
              <a:r>
                <a:rPr lang="en-US" dirty="0"/>
                <a:t>      để lưu lại.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665298" y="3476595"/>
            <a:ext cx="762000" cy="10923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56A06-DAAC-3BAB-3357-F6F8AC1D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905405"/>
            <a:ext cx="209524" cy="2380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540D8E-47A6-58EE-2C44-BE672A1C2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989" y="4577339"/>
            <a:ext cx="10390582" cy="551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26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B450 : Kế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hoạch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lắp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ráp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theo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ngày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Khi lưu lại </a:t>
              </a:r>
              <a:r>
                <a:rPr lang="en-US" dirty="0" err="1"/>
                <a:t>rồi</a:t>
              </a:r>
              <a:r>
                <a:rPr lang="en-US" dirty="0"/>
                <a:t> thì có thể ấn “</a:t>
              </a:r>
              <a:r>
                <a:rPr lang="en-US" dirty="0" err="1"/>
                <a:t>FixDayPlan</a:t>
              </a:r>
              <a:r>
                <a:rPr lang="en-US" dirty="0"/>
                <a:t>” thì </a:t>
              </a:r>
              <a:r>
                <a:rPr lang="en-US" dirty="0" err="1"/>
                <a:t>bên</a:t>
              </a:r>
              <a:r>
                <a:rPr lang="en-US" dirty="0"/>
                <a:t> sản xuất sẽ có thể tạo lot.</a:t>
              </a:r>
            </a:p>
            <a:p>
              <a:r>
                <a:rPr lang="en-US" dirty="0"/>
                <a:t>Còn khi chưa ấn “</a:t>
              </a:r>
              <a:r>
                <a:rPr lang="en-US" dirty="0" err="1"/>
                <a:t>FixDayPlan</a:t>
              </a:r>
              <a:r>
                <a:rPr lang="en-US" dirty="0"/>
                <a:t>” </a:t>
              </a:r>
              <a:r>
                <a:rPr lang="en-US" dirty="0" err="1"/>
                <a:t>cho</a:t>
              </a:r>
              <a:r>
                <a:rPr lang="en-US" dirty="0"/>
                <a:t> PO đấy thì sản xuất sẽ không tạo lot được.</a:t>
              </a:r>
            </a:p>
            <a:p>
              <a:r>
                <a:rPr lang="en-US" dirty="0"/>
                <a:t>=&gt; Nên có thể tạo PO trước ngày </a:t>
              </a:r>
              <a:r>
                <a:rPr lang="en-US" dirty="0" err="1"/>
                <a:t>sau</a:t>
              </a:r>
              <a:r>
                <a:rPr lang="en-US" dirty="0"/>
                <a:t> đến ngày sản xuất ấn “</a:t>
              </a:r>
              <a:r>
                <a:rPr lang="en-US" dirty="0" err="1"/>
                <a:t>FixDayPlan</a:t>
              </a:r>
              <a:r>
                <a:rPr lang="en-US" dirty="0"/>
                <a:t>”. 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595A499-8F57-6612-60F4-26690F05E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98" y="2019301"/>
            <a:ext cx="10357249" cy="826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2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7051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00800" y="1185478"/>
            <a:ext cx="3950554" cy="829631"/>
            <a:chOff x="0" y="0"/>
            <a:chExt cx="2368076" cy="4973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68076" cy="497305"/>
            </a:xfrm>
            <a:custGeom>
              <a:avLst/>
              <a:gdLst/>
              <a:ahLst/>
              <a:cxnLst/>
              <a:rect l="l" t="t" r="r" b="b"/>
              <a:pathLst>
                <a:path w="2368076" h="497305">
                  <a:moveTo>
                    <a:pt x="195970" y="0"/>
                  </a:moveTo>
                  <a:lnTo>
                    <a:pt x="2172105" y="0"/>
                  </a:lnTo>
                  <a:cubicBezTo>
                    <a:pt x="2280337" y="0"/>
                    <a:pt x="2368076" y="87739"/>
                    <a:pt x="2368076" y="195970"/>
                  </a:cubicBezTo>
                  <a:lnTo>
                    <a:pt x="2368076" y="301334"/>
                  </a:lnTo>
                  <a:cubicBezTo>
                    <a:pt x="2368076" y="409566"/>
                    <a:pt x="2280337" y="497305"/>
                    <a:pt x="2172105" y="497305"/>
                  </a:cubicBezTo>
                  <a:lnTo>
                    <a:pt x="195970" y="497305"/>
                  </a:lnTo>
                  <a:cubicBezTo>
                    <a:pt x="87739" y="497305"/>
                    <a:pt x="0" y="409566"/>
                    <a:pt x="0" y="301334"/>
                  </a:cubicBezTo>
                  <a:lnTo>
                    <a:pt x="0" y="195970"/>
                  </a:lnTo>
                  <a:cubicBezTo>
                    <a:pt x="0" y="87739"/>
                    <a:pt x="87739" y="0"/>
                    <a:pt x="195970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368076" cy="53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bin Bold"/>
                </a:rPr>
                <a:t>B540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4" y="2155910"/>
            <a:ext cx="3031765" cy="505100"/>
            <a:chOff x="0" y="0"/>
            <a:chExt cx="2032782" cy="3386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Sấy</a:t>
              </a: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 </a:t>
              </a: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hàng</a:t>
              </a:r>
              <a:endParaRPr lang="en-US" sz="1500" dirty="0">
                <a:solidFill>
                  <a:srgbClr val="213343"/>
                </a:solidFill>
                <a:latin typeface="Muli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60194" y="2134601"/>
            <a:ext cx="3031765" cy="547718"/>
            <a:chOff x="0" y="-28575"/>
            <a:chExt cx="2032782" cy="3672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Kiểm tra thường </a:t>
              </a: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xuyên</a:t>
              </a:r>
              <a:endParaRPr lang="en-US" sz="1500" dirty="0">
                <a:solidFill>
                  <a:srgbClr val="213343"/>
                </a:solidFill>
                <a:latin typeface="Muli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563600" y="2113292"/>
            <a:ext cx="3031765" cy="547718"/>
            <a:chOff x="0" y="-28575"/>
            <a:chExt cx="2032782" cy="36724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Nhập </a:t>
              </a: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slg</a:t>
              </a: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 sản xuất</a:t>
              </a:r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35AA8A4-FD3A-6D18-0A32-62146A973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2676"/>
            <a:ext cx="18288000" cy="8147157"/>
          </a:xfrm>
          <a:prstGeom prst="rect">
            <a:avLst/>
          </a:prstGeom>
        </p:spPr>
      </p:pic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:Nhập thẻ công đoạn</a:t>
            </a:r>
          </a:p>
        </p:txBody>
      </p:sp>
    </p:spTree>
    <p:extLst>
      <p:ext uri="{BB962C8B-B14F-4D97-AF65-F5344CB8AC3E}">
        <p14:creationId xmlns:p14="http://schemas.microsoft.com/office/powerpoint/2010/main" val="4104173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Sấy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hàng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B540 : </a:t>
              </a:r>
            </a:p>
            <a:p>
              <a:r>
                <a:rPr lang="en-US" dirty="0"/>
                <a:t> 1. Click vào </a:t>
              </a:r>
              <a:r>
                <a:rPr lang="en-US" dirty="0" err="1"/>
                <a:t>nút</a:t>
              </a:r>
              <a:r>
                <a:rPr lang="en-US" dirty="0"/>
                <a:t> “</a:t>
              </a:r>
              <a:r>
                <a:rPr lang="en-US" dirty="0" err="1"/>
                <a:t>Sấy</a:t>
              </a:r>
              <a:r>
                <a:rPr lang="en-US" dirty="0"/>
                <a:t> </a:t>
              </a:r>
              <a:r>
                <a:rPr lang="en-US" dirty="0" err="1"/>
                <a:t>hàng</a:t>
              </a:r>
              <a:r>
                <a:rPr lang="en-US" dirty="0"/>
                <a:t>” sẽ có màn hình </a:t>
              </a:r>
              <a:r>
                <a:rPr lang="en-US" dirty="0" err="1"/>
                <a:t>sấy</a:t>
              </a:r>
              <a:r>
                <a:rPr lang="en-US" dirty="0"/>
                <a:t> </a:t>
              </a:r>
              <a:r>
                <a:rPr lang="en-US" dirty="0" err="1"/>
                <a:t>hàng</a:t>
              </a:r>
              <a:r>
                <a:rPr lang="en-US" dirty="0"/>
                <a:t> hiển thị lên.</a:t>
              </a:r>
            </a:p>
            <a:p>
              <a:r>
                <a:rPr lang="en-US" dirty="0"/>
                <a:t> 2. Màn hình hiển thị lên chọn máy </a:t>
              </a:r>
              <a:r>
                <a:rPr lang="en-US" dirty="0" err="1"/>
                <a:t>sấy</a:t>
              </a:r>
              <a:r>
                <a:rPr lang="en-US" dirty="0"/>
                <a:t> nào </a:t>
              </a:r>
              <a:r>
                <a:rPr lang="en-US" dirty="0" err="1"/>
                <a:t>sấy</a:t>
              </a:r>
              <a:r>
                <a:rPr lang="en-US" dirty="0"/>
                <a:t> con </a:t>
              </a:r>
              <a:r>
                <a:rPr lang="en-US" dirty="0" err="1"/>
                <a:t>hàng</a:t>
              </a:r>
              <a:r>
                <a:rPr lang="en-US" dirty="0"/>
                <a:t> đó ấn </a:t>
              </a:r>
              <a:r>
                <a:rPr lang="en-US" dirty="0" err="1"/>
                <a:t>nút</a:t>
              </a:r>
              <a:r>
                <a:rPr lang="en-US" dirty="0"/>
                <a:t> “Tìm kiếm”</a:t>
              </a:r>
            </a:p>
            <a:p>
              <a:r>
                <a:rPr lang="en-US" dirty="0"/>
                <a:t> 3. Sau đó ấn vào mục lưu      lại. (Lưu ý chọn lưu xong sẽ k thay đổi được).</a:t>
              </a:r>
            </a:p>
            <a:p>
              <a:r>
                <a:rPr lang="en-US" dirty="0"/>
                <a:t> 4. C</a:t>
              </a:r>
              <a:r>
                <a:rPr lang="vi-VN" dirty="0"/>
                <a:t>ó 4 cột chú ý được bôi đậm có màu khác phải nhập vào thì mới in được barcode</a:t>
              </a:r>
              <a:r>
                <a:rPr lang="en-US" dirty="0"/>
                <a:t>. Cố tình in sẽ báo lỗi.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3373C9B-FE7D-3045-9C41-9F3048141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015" y="1594288"/>
            <a:ext cx="10238095" cy="28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0E16F7-CC40-EBCA-EA70-B2BF5CBB5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5679206"/>
            <a:ext cx="7657143" cy="4590476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3048771" y="4434689"/>
            <a:ext cx="762000" cy="1244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56A06-DAAC-3BAB-3357-F6F8AC1DD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3238500"/>
            <a:ext cx="209524" cy="2380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Việt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kiểm tra thường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xuyên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62333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Ấn </a:t>
              </a:r>
              <a:r>
                <a:rPr lang="en-US" dirty="0" err="1"/>
                <a:t>nút</a:t>
              </a:r>
              <a:r>
                <a:rPr lang="en-US" dirty="0"/>
                <a:t> “Việt </a:t>
              </a:r>
              <a:r>
                <a:rPr lang="en-US" dirty="0" err="1"/>
                <a:t>Nam_Kiểm</a:t>
              </a:r>
              <a:r>
                <a:rPr lang="en-US" dirty="0"/>
                <a:t> tra thường </a:t>
              </a:r>
              <a:r>
                <a:rPr lang="en-US" dirty="0" err="1"/>
                <a:t>xuyên</a:t>
              </a:r>
              <a:r>
                <a:rPr lang="en-US" dirty="0"/>
                <a:t>” sẽ hiển thị lên 1 màn hình </a:t>
              </a:r>
              <a:r>
                <a:rPr lang="en-US" dirty="0" err="1"/>
                <a:t>mới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tay</a:t>
              </a:r>
              <a:r>
                <a:rPr lang="en-US" dirty="0"/>
                <a:t> </a:t>
              </a:r>
              <a:r>
                <a:rPr lang="en-US" dirty="0" err="1"/>
                <a:t>trái</a:t>
              </a:r>
              <a:r>
                <a:rPr lang="en-US" dirty="0"/>
                <a:t> </a:t>
              </a:r>
              <a:r>
                <a:rPr lang="en-US" dirty="0" err="1"/>
                <a:t>khung</a:t>
              </a:r>
              <a:r>
                <a:rPr lang="en-US" dirty="0"/>
                <a:t> “A” như ảnh thì sẽ </a:t>
              </a:r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trái</a:t>
              </a:r>
              <a:r>
                <a:rPr lang="en-US" dirty="0"/>
                <a:t> nhập thông số kiểm tra : kiểm tra </a:t>
              </a:r>
              <a:r>
                <a:rPr lang="en-US" dirty="0" err="1"/>
                <a:t>sau</a:t>
              </a:r>
              <a:r>
                <a:rPr lang="en-US" dirty="0"/>
                <a:t> khi </a:t>
              </a:r>
              <a:r>
                <a:rPr lang="en-US" dirty="0" err="1"/>
                <a:t>sấy</a:t>
              </a:r>
              <a:r>
                <a:rPr lang="en-US" dirty="0"/>
                <a:t>, liên </a:t>
              </a:r>
              <a:r>
                <a:rPr lang="en-US" dirty="0" err="1"/>
                <a:t>quan</a:t>
              </a:r>
              <a:r>
                <a:rPr lang="en-US" dirty="0"/>
                <a:t> đến </a:t>
              </a:r>
              <a:r>
                <a:rPr lang="en-US" dirty="0" err="1"/>
                <a:t>ngoại</a:t>
              </a:r>
              <a:r>
                <a:rPr lang="en-US" dirty="0"/>
                <a:t> </a:t>
              </a:r>
              <a:r>
                <a:rPr lang="en-US" dirty="0" err="1"/>
                <a:t>quan</a:t>
              </a:r>
              <a:r>
                <a:rPr lang="en-US" dirty="0"/>
                <a:t> đo </a:t>
              </a:r>
              <a:r>
                <a:rPr lang="en-US" dirty="0" err="1"/>
                <a:t>đạc</a:t>
              </a:r>
              <a:r>
                <a:rPr lang="en-US" dirty="0"/>
                <a:t> thực tế. Khi nhập xong ấn </a:t>
              </a:r>
              <a:r>
                <a:rPr lang="en-US" dirty="0" err="1"/>
                <a:t>nút</a:t>
              </a:r>
              <a:r>
                <a:rPr lang="en-US" dirty="0"/>
                <a:t>      lưu lại để lưu lại các thông tin nhập vào </a:t>
              </a:r>
              <a:r>
                <a:rPr lang="en-US" dirty="0" err="1"/>
                <a:t>hệ</a:t>
              </a:r>
              <a:r>
                <a:rPr lang="en-US" dirty="0"/>
                <a:t> thống.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Với </a:t>
              </a:r>
              <a:r>
                <a:rPr lang="en-US" dirty="0" err="1"/>
                <a:t>bên</a:t>
              </a:r>
              <a:r>
                <a:rPr lang="en-US" dirty="0"/>
                <a:t> “B” trong ảnh thứ 2 thì sẽ nhập các mã nguyên </a:t>
              </a:r>
              <a:r>
                <a:rPr lang="en-US" dirty="0" err="1"/>
                <a:t>vật</a:t>
              </a:r>
              <a:r>
                <a:rPr lang="en-US" dirty="0"/>
                <a:t> liệu </a:t>
              </a:r>
              <a:r>
                <a:rPr lang="en-US" dirty="0" err="1"/>
                <a:t>sử</a:t>
              </a:r>
              <a:r>
                <a:rPr lang="en-US" dirty="0"/>
                <a:t> dụng để tạo </a:t>
              </a:r>
              <a:r>
                <a:rPr lang="en-US" dirty="0" err="1"/>
                <a:t>ra</a:t>
              </a:r>
              <a:r>
                <a:rPr lang="en-US" dirty="0"/>
                <a:t> con </a:t>
              </a:r>
              <a:r>
                <a:rPr lang="en-US" dirty="0" err="1"/>
                <a:t>hàng</a:t>
              </a:r>
              <a:r>
                <a:rPr lang="en-US" dirty="0"/>
                <a:t> đó. Khi nhập xong ấn </a:t>
              </a:r>
              <a:r>
                <a:rPr lang="en-US" dirty="0" err="1"/>
                <a:t>nút</a:t>
              </a:r>
              <a:r>
                <a:rPr lang="en-US" dirty="0"/>
                <a:t>       lưu lại để lưu lại các thông tin nhập vào </a:t>
              </a:r>
              <a:r>
                <a:rPr lang="en-US" dirty="0" err="1"/>
                <a:t>hệ</a:t>
              </a:r>
              <a:r>
                <a:rPr lang="en-US" dirty="0"/>
                <a:t> thống.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Các mã nguyên liệu sẽ phải order </a:t>
              </a:r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kho</a:t>
              </a:r>
              <a:r>
                <a:rPr lang="en-US" dirty="0"/>
                <a:t> để </a:t>
              </a:r>
              <a:r>
                <a:rPr lang="en-US" dirty="0" err="1"/>
                <a:t>kho</a:t>
              </a:r>
              <a:r>
                <a:rPr lang="en-US" dirty="0"/>
                <a:t> xuất </a:t>
              </a:r>
              <a:r>
                <a:rPr lang="en-US" dirty="0" err="1"/>
                <a:t>ra</a:t>
              </a:r>
              <a:r>
                <a:rPr lang="en-US" dirty="0"/>
                <a:t> </a:t>
              </a:r>
              <a:r>
                <a:rPr lang="en-US" dirty="0" err="1"/>
                <a:t>mới</a:t>
              </a:r>
              <a:r>
                <a:rPr lang="en-US" dirty="0"/>
                <a:t> bắn được lên </a:t>
              </a:r>
              <a:r>
                <a:rPr lang="en-US" dirty="0" err="1"/>
                <a:t>hệ</a:t>
              </a:r>
              <a:r>
                <a:rPr lang="en-US" dirty="0"/>
                <a:t> thống.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198433" y="4264347"/>
            <a:ext cx="762000" cy="8455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B9AF6-F263-DD2A-DB21-A14F18A26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760" y="1610270"/>
            <a:ext cx="11315349" cy="2638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87DE2E-1D99-F8F3-D00D-9CA4C8F0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59" y="5109882"/>
            <a:ext cx="11315349" cy="5153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4ACD79-C62B-FC8C-64CE-D9D7B48E9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847" y="2975663"/>
            <a:ext cx="209524" cy="2380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546BA-A781-0954-5576-D385046B2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4350940"/>
            <a:ext cx="209524" cy="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9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28" y="2337480"/>
            <a:ext cx="6233372" cy="7759020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Ấn </a:t>
              </a:r>
              <a:r>
                <a:rPr lang="en-US" dirty="0" err="1"/>
                <a:t>nút</a:t>
              </a:r>
              <a:r>
                <a:rPr lang="en-US" dirty="0"/>
                <a:t> “Nhập </a:t>
              </a:r>
              <a:r>
                <a:rPr lang="en-US" dirty="0" err="1"/>
                <a:t>slg</a:t>
              </a:r>
              <a:r>
                <a:rPr lang="en-US" dirty="0"/>
                <a:t> sản xuất” sẽ có màn hình để nhập dữ liệu lỗi </a:t>
              </a:r>
              <a:r>
                <a:rPr lang="en-US" dirty="0" err="1"/>
                <a:t>cho</a:t>
              </a:r>
              <a:r>
                <a:rPr lang="en-US" dirty="0"/>
                <a:t> </a:t>
              </a:r>
              <a:r>
                <a:rPr lang="en-US" dirty="0" err="1"/>
                <a:t>hàng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Có thể xem chi tiết hướng dẫn các slide tiếp </a:t>
              </a:r>
              <a:r>
                <a:rPr lang="en-US" dirty="0" err="1"/>
                <a:t>theo.</a:t>
              </a:r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198433" y="4264347"/>
            <a:ext cx="762000" cy="8455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C874D-68A8-36DC-C796-E71868A46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968" y="1667195"/>
            <a:ext cx="11989035" cy="2561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77B06D-E5CD-B713-E45C-14972FDCB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967" y="5177119"/>
            <a:ext cx="11962143" cy="50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76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182839"/>
            <a:ext cx="6233372" cy="7759020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Ấn </a:t>
              </a:r>
              <a:r>
                <a:rPr lang="en-US" dirty="0" err="1"/>
                <a:t>nút</a:t>
              </a:r>
              <a:r>
                <a:rPr lang="en-US" dirty="0"/>
                <a:t>       sẽ thêm 1 lỗi </a:t>
              </a:r>
              <a:r>
                <a:rPr lang="en-US" dirty="0" err="1"/>
                <a:t>mới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Sau đó có thể chọn loại lỗi </a:t>
              </a:r>
              <a:r>
                <a:rPr lang="en-US" dirty="0" err="1"/>
                <a:t>phù</a:t>
              </a:r>
              <a:r>
                <a:rPr lang="en-US" dirty="0"/>
                <a:t> hợp với lỗi của </a:t>
              </a:r>
              <a:r>
                <a:rPr lang="en-US" dirty="0" err="1"/>
                <a:t>hàng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Cột “</a:t>
              </a:r>
              <a:r>
                <a:rPr lang="en-US" dirty="0" err="1"/>
                <a:t>DefectQty</a:t>
              </a:r>
              <a:r>
                <a:rPr lang="en-US" dirty="0"/>
                <a:t>” là số lượng con </a:t>
              </a:r>
              <a:r>
                <a:rPr lang="en-US" dirty="0" err="1"/>
                <a:t>hàng</a:t>
              </a:r>
              <a:r>
                <a:rPr lang="en-US" dirty="0"/>
                <a:t> bị lỗi.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3D135E2-D071-499C-2092-A8FDD9D3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899" y="1706414"/>
            <a:ext cx="11842702" cy="8237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8EBB35-755E-015E-A0A3-1B8D5DB47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093" y="2248276"/>
            <a:ext cx="228571" cy="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43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221387"/>
            <a:ext cx="6233372" cy="7720472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Khi thêm lỗi xong ấn </a:t>
              </a:r>
              <a:r>
                <a:rPr lang="en-US" dirty="0" err="1"/>
                <a:t>nút</a:t>
              </a:r>
              <a:r>
                <a:rPr lang="en-US" dirty="0"/>
                <a:t> nhập lỗi.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Sau đó có hộp thoại hiển thị lên sẽ ấn Yes để xác nhận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2B970A5-7D9A-AB01-5E7D-B6992386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51" y="1664058"/>
            <a:ext cx="11745349" cy="82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14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221387"/>
            <a:ext cx="6233372" cy="7720472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Nhập đầy đủ các loại lỗi </a:t>
              </a:r>
              <a:r>
                <a:rPr lang="en-US" dirty="0" err="1"/>
                <a:t>rồi</a:t>
              </a:r>
              <a:r>
                <a:rPr lang="en-US" dirty="0"/>
                <a:t> thì sẽ ấn “Hoàn thành kết quả sản xuất”.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Sau đó có hộp thoại hiển thị lên sẽ ấn Yes để xác nhận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F0DF0DE-851E-1A0B-78B2-86629310F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024"/>
            <a:ext cx="11836310" cy="82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221387"/>
            <a:ext cx="6233372" cy="7720472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Khi xong </a:t>
              </a:r>
              <a:r>
                <a:rPr lang="en-US" dirty="0" err="1"/>
                <a:t>ra</a:t>
              </a:r>
              <a:r>
                <a:rPr lang="en-US" dirty="0"/>
                <a:t> ngoài màn hình để kiểm tra số lượng lỗi đã đúng chưa và số lượng đầu vào công đoạn tiếp </a:t>
              </a:r>
              <a:r>
                <a:rPr lang="en-US" dirty="0" err="1"/>
                <a:t>theo</a:t>
              </a:r>
              <a:r>
                <a:rPr lang="en-US" dirty="0"/>
                <a:t> của lot </a:t>
              </a:r>
              <a:r>
                <a:rPr lang="en-US" dirty="0" err="1"/>
                <a:t>hàng</a:t>
              </a:r>
              <a:r>
                <a:rPr lang="en-US" dirty="0"/>
                <a:t> đó.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A0B0420-FBD6-7608-BB60-F5402FEFE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880" y="1893800"/>
            <a:ext cx="11793720" cy="80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89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>
            <a:off x="23996" y="1"/>
            <a:ext cx="18264004" cy="1186822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49799" y="219635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B598 : Báo phế sản xuất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23996" y="1884217"/>
            <a:ext cx="4885814" cy="7848600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8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285750" indent="-285750" algn="l">
                <a:lnSpc>
                  <a:spcPts val="1820"/>
                </a:lnSpc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NVL bị hỏng sẽ vào màn hình này để báo phế.</a:t>
              </a:r>
            </a:p>
            <a:p>
              <a:pPr marL="285750" indent="-285750" algn="l">
                <a:lnSpc>
                  <a:spcPts val="1820"/>
                </a:lnSpc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Muốn thêm phế thì ấn </a:t>
              </a:r>
              <a:r>
                <a:rPr lang="en-US" dirty="0" err="1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nút</a:t>
              </a: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để thêm dòng dữ liệu như hình ảnh </a:t>
              </a:r>
              <a:r>
                <a:rPr lang="en-US" dirty="0" err="1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sau</a:t>
              </a: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đó điền thông tin cần thiết </a:t>
              </a:r>
              <a:r>
                <a:rPr lang="en-US" dirty="0" err="1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rồi</a:t>
              </a: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ấn lưu lại báo phế.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94950BA-4EC0-638E-31B2-24128FD0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884217"/>
            <a:ext cx="12955191" cy="806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162A2-BB8F-FEAE-E015-D8279B6FE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290" y="5682015"/>
            <a:ext cx="161905" cy="266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B06CE-EEE2-3522-9A9B-642CC3D9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699" y="6161810"/>
            <a:ext cx="209524" cy="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76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174673"/>
            <a:chOff x="0" y="0"/>
            <a:chExt cx="4816593" cy="836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36128"/>
            </a:xfrm>
            <a:custGeom>
              <a:avLst/>
              <a:gdLst/>
              <a:ahLst/>
              <a:cxnLst/>
              <a:rect l="l" t="t" r="r" b="b"/>
              <a:pathLst>
                <a:path w="4816592" h="836128">
                  <a:moveTo>
                    <a:pt x="0" y="0"/>
                  </a:moveTo>
                  <a:lnTo>
                    <a:pt x="4816592" y="0"/>
                  </a:lnTo>
                  <a:lnTo>
                    <a:pt x="4816592" y="836128"/>
                  </a:lnTo>
                  <a:lnTo>
                    <a:pt x="0" y="836128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84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278595" y="6325054"/>
            <a:ext cx="1095055" cy="892470"/>
          </a:xfrm>
          <a:custGeom>
            <a:avLst/>
            <a:gdLst/>
            <a:ahLst/>
            <a:cxnLst/>
            <a:rect l="l" t="t" r="r" b="b"/>
            <a:pathLst>
              <a:path w="1095055" h="892470">
                <a:moveTo>
                  <a:pt x="0" y="0"/>
                </a:moveTo>
                <a:lnTo>
                  <a:pt x="1095055" y="0"/>
                </a:lnTo>
                <a:lnTo>
                  <a:pt x="1095055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94427" y="6325054"/>
            <a:ext cx="866811" cy="892470"/>
          </a:xfrm>
          <a:custGeom>
            <a:avLst/>
            <a:gdLst/>
            <a:ahLst/>
            <a:cxnLst/>
            <a:rect l="l" t="t" r="r" b="b"/>
            <a:pathLst>
              <a:path w="866811" h="892470">
                <a:moveTo>
                  <a:pt x="0" y="0"/>
                </a:moveTo>
                <a:lnTo>
                  <a:pt x="866812" y="0"/>
                </a:lnTo>
                <a:lnTo>
                  <a:pt x="86681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115695" y="6325054"/>
            <a:ext cx="699473" cy="892470"/>
          </a:xfrm>
          <a:custGeom>
            <a:avLst/>
            <a:gdLst/>
            <a:ahLst/>
            <a:cxnLst/>
            <a:rect l="l" t="t" r="r" b="b"/>
            <a:pathLst>
              <a:path w="699473" h="892470">
                <a:moveTo>
                  <a:pt x="0" y="0"/>
                </a:moveTo>
                <a:lnTo>
                  <a:pt x="699474" y="0"/>
                </a:lnTo>
                <a:lnTo>
                  <a:pt x="699474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8119104"/>
            <a:ext cx="786019" cy="1044543"/>
          </a:xfrm>
          <a:custGeom>
            <a:avLst/>
            <a:gdLst/>
            <a:ahLst/>
            <a:cxnLst/>
            <a:rect l="l" t="t" r="r" b="b"/>
            <a:pathLst>
              <a:path w="786019" h="1044543">
                <a:moveTo>
                  <a:pt x="0" y="0"/>
                </a:moveTo>
                <a:lnTo>
                  <a:pt x="786019" y="0"/>
                </a:lnTo>
                <a:lnTo>
                  <a:pt x="786019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104511" y="4207932"/>
            <a:ext cx="1072461" cy="1136382"/>
          </a:xfrm>
          <a:custGeom>
            <a:avLst/>
            <a:gdLst/>
            <a:ahLst/>
            <a:cxnLst/>
            <a:rect l="l" t="t" r="r" b="b"/>
            <a:pathLst>
              <a:path w="1072461" h="1136382">
                <a:moveTo>
                  <a:pt x="0" y="0"/>
                </a:moveTo>
                <a:lnTo>
                  <a:pt x="1072461" y="0"/>
                </a:lnTo>
                <a:lnTo>
                  <a:pt x="1072461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912684" y="4207932"/>
            <a:ext cx="1028426" cy="1136382"/>
          </a:xfrm>
          <a:custGeom>
            <a:avLst/>
            <a:gdLst/>
            <a:ahLst/>
            <a:cxnLst/>
            <a:rect l="l" t="t" r="r" b="b"/>
            <a:pathLst>
              <a:path w="1028426" h="1136382">
                <a:moveTo>
                  <a:pt x="0" y="0"/>
                </a:moveTo>
                <a:lnTo>
                  <a:pt x="1028426" y="0"/>
                </a:lnTo>
                <a:lnTo>
                  <a:pt x="1028426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614588" y="4418852"/>
            <a:ext cx="1267481" cy="714543"/>
          </a:xfrm>
          <a:custGeom>
            <a:avLst/>
            <a:gdLst/>
            <a:ahLst/>
            <a:cxnLst/>
            <a:rect l="l" t="t" r="r" b="b"/>
            <a:pathLst>
              <a:path w="1267481" h="714543">
                <a:moveTo>
                  <a:pt x="0" y="0"/>
                </a:moveTo>
                <a:lnTo>
                  <a:pt x="1267482" y="0"/>
                </a:lnTo>
                <a:lnTo>
                  <a:pt x="1267482" y="714542"/>
                </a:lnTo>
                <a:lnTo>
                  <a:pt x="0" y="714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069625" y="6325054"/>
            <a:ext cx="954513" cy="892470"/>
          </a:xfrm>
          <a:custGeom>
            <a:avLst/>
            <a:gdLst/>
            <a:ahLst/>
            <a:cxnLst/>
            <a:rect l="l" t="t" r="r" b="b"/>
            <a:pathLst>
              <a:path w="954513" h="892470">
                <a:moveTo>
                  <a:pt x="0" y="0"/>
                </a:moveTo>
                <a:lnTo>
                  <a:pt x="954513" y="0"/>
                </a:lnTo>
                <a:lnTo>
                  <a:pt x="95451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092209" y="8119104"/>
            <a:ext cx="1034098" cy="1044543"/>
          </a:xfrm>
          <a:custGeom>
            <a:avLst/>
            <a:gdLst/>
            <a:ahLst/>
            <a:cxnLst/>
            <a:rect l="l" t="t" r="r" b="b"/>
            <a:pathLst>
              <a:path w="1034098" h="1044543">
                <a:moveTo>
                  <a:pt x="0" y="0"/>
                </a:moveTo>
                <a:lnTo>
                  <a:pt x="1034098" y="0"/>
                </a:lnTo>
                <a:lnTo>
                  <a:pt x="1034098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212644" y="4173321"/>
            <a:ext cx="1239696" cy="1205604"/>
          </a:xfrm>
          <a:custGeom>
            <a:avLst/>
            <a:gdLst/>
            <a:ahLst/>
            <a:cxnLst/>
            <a:rect l="l" t="t" r="r" b="b"/>
            <a:pathLst>
              <a:path w="1239696" h="1205604">
                <a:moveTo>
                  <a:pt x="0" y="0"/>
                </a:moveTo>
                <a:lnTo>
                  <a:pt x="1239696" y="0"/>
                </a:lnTo>
                <a:lnTo>
                  <a:pt x="1239696" y="1205604"/>
                </a:lnTo>
                <a:lnTo>
                  <a:pt x="0" y="12056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511398" y="8119104"/>
            <a:ext cx="1098074" cy="1044543"/>
          </a:xfrm>
          <a:custGeom>
            <a:avLst/>
            <a:gdLst/>
            <a:ahLst/>
            <a:cxnLst/>
            <a:rect l="l" t="t" r="r" b="b"/>
            <a:pathLst>
              <a:path w="1098074" h="1044543">
                <a:moveTo>
                  <a:pt x="0" y="0"/>
                </a:moveTo>
                <a:lnTo>
                  <a:pt x="1098074" y="0"/>
                </a:lnTo>
                <a:lnTo>
                  <a:pt x="1098074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615741" y="4207932"/>
            <a:ext cx="1133542" cy="1136382"/>
          </a:xfrm>
          <a:custGeom>
            <a:avLst/>
            <a:gdLst/>
            <a:ahLst/>
            <a:cxnLst/>
            <a:rect l="l" t="t" r="r" b="b"/>
            <a:pathLst>
              <a:path w="1133542" h="1136382">
                <a:moveTo>
                  <a:pt x="0" y="0"/>
                </a:moveTo>
                <a:lnTo>
                  <a:pt x="1133542" y="0"/>
                </a:lnTo>
                <a:lnTo>
                  <a:pt x="1133542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4828569" y="8119104"/>
            <a:ext cx="1044543" cy="1044543"/>
          </a:xfrm>
          <a:custGeom>
            <a:avLst/>
            <a:gdLst/>
            <a:ahLst/>
            <a:cxnLst/>
            <a:rect l="l" t="t" r="r" b="b"/>
            <a:pathLst>
              <a:path w="1044543" h="1044543">
                <a:moveTo>
                  <a:pt x="0" y="0"/>
                </a:moveTo>
                <a:lnTo>
                  <a:pt x="1044543" y="0"/>
                </a:lnTo>
                <a:lnTo>
                  <a:pt x="1044543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824303" y="8119104"/>
            <a:ext cx="974037" cy="1044543"/>
          </a:xfrm>
          <a:custGeom>
            <a:avLst/>
            <a:gdLst/>
            <a:ahLst/>
            <a:cxnLst/>
            <a:rect l="l" t="t" r="r" b="b"/>
            <a:pathLst>
              <a:path w="974037" h="1044543">
                <a:moveTo>
                  <a:pt x="0" y="0"/>
                </a:moveTo>
                <a:lnTo>
                  <a:pt x="974037" y="0"/>
                </a:lnTo>
                <a:lnTo>
                  <a:pt x="974037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498405" y="8119104"/>
            <a:ext cx="1106801" cy="1044543"/>
          </a:xfrm>
          <a:custGeom>
            <a:avLst/>
            <a:gdLst/>
            <a:ahLst/>
            <a:cxnLst/>
            <a:rect l="l" t="t" r="r" b="b"/>
            <a:pathLst>
              <a:path w="1106801" h="1044543">
                <a:moveTo>
                  <a:pt x="0" y="0"/>
                </a:moveTo>
                <a:lnTo>
                  <a:pt x="1106801" y="0"/>
                </a:lnTo>
                <a:lnTo>
                  <a:pt x="1106801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1017436" y="8119104"/>
            <a:ext cx="1085240" cy="1044543"/>
          </a:xfrm>
          <a:custGeom>
            <a:avLst/>
            <a:gdLst/>
            <a:ahLst/>
            <a:cxnLst/>
            <a:rect l="l" t="t" r="r" b="b"/>
            <a:pathLst>
              <a:path w="1085240" h="1044543">
                <a:moveTo>
                  <a:pt x="0" y="0"/>
                </a:moveTo>
                <a:lnTo>
                  <a:pt x="1085240" y="0"/>
                </a:lnTo>
                <a:lnTo>
                  <a:pt x="1085240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772637" y="4272661"/>
            <a:ext cx="1276606" cy="1006923"/>
          </a:xfrm>
          <a:custGeom>
            <a:avLst/>
            <a:gdLst/>
            <a:ahLst/>
            <a:cxnLst/>
            <a:rect l="l" t="t" r="r" b="b"/>
            <a:pathLst>
              <a:path w="1276606" h="1006923">
                <a:moveTo>
                  <a:pt x="0" y="0"/>
                </a:moveTo>
                <a:lnTo>
                  <a:pt x="1276606" y="0"/>
                </a:lnTo>
                <a:lnTo>
                  <a:pt x="1276606" y="1006924"/>
                </a:lnTo>
                <a:lnTo>
                  <a:pt x="0" y="100692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6780645" y="6325054"/>
            <a:ext cx="876852" cy="892470"/>
          </a:xfrm>
          <a:custGeom>
            <a:avLst/>
            <a:gdLst/>
            <a:ahLst/>
            <a:cxnLst/>
            <a:rect l="l" t="t" r="r" b="b"/>
            <a:pathLst>
              <a:path w="876852" h="892470">
                <a:moveTo>
                  <a:pt x="0" y="0"/>
                </a:moveTo>
                <a:lnTo>
                  <a:pt x="876852" y="0"/>
                </a:lnTo>
                <a:lnTo>
                  <a:pt x="87685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033816" y="8119104"/>
            <a:ext cx="1258486" cy="1044543"/>
          </a:xfrm>
          <a:custGeom>
            <a:avLst/>
            <a:gdLst/>
            <a:ahLst/>
            <a:cxnLst/>
            <a:rect l="l" t="t" r="r" b="b"/>
            <a:pathLst>
              <a:path w="1258486" h="1044543">
                <a:moveTo>
                  <a:pt x="0" y="0"/>
                </a:moveTo>
                <a:lnTo>
                  <a:pt x="1258485" y="0"/>
                </a:lnTo>
                <a:lnTo>
                  <a:pt x="1258485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628106" y="6325054"/>
            <a:ext cx="898083" cy="892470"/>
          </a:xfrm>
          <a:custGeom>
            <a:avLst/>
            <a:gdLst/>
            <a:ahLst/>
            <a:cxnLst/>
            <a:rect l="l" t="t" r="r" b="b"/>
            <a:pathLst>
              <a:path w="898083" h="892470">
                <a:moveTo>
                  <a:pt x="0" y="0"/>
                </a:moveTo>
                <a:lnTo>
                  <a:pt x="898083" y="0"/>
                </a:lnTo>
                <a:lnTo>
                  <a:pt x="89808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911953" y="6643841"/>
            <a:ext cx="1243391" cy="254895"/>
          </a:xfrm>
          <a:custGeom>
            <a:avLst/>
            <a:gdLst/>
            <a:ahLst/>
            <a:cxnLst/>
            <a:rect l="l" t="t" r="r" b="b"/>
            <a:pathLst>
              <a:path w="1243391" h="254895">
                <a:moveTo>
                  <a:pt x="0" y="0"/>
                </a:moveTo>
                <a:lnTo>
                  <a:pt x="1243391" y="0"/>
                </a:lnTo>
                <a:lnTo>
                  <a:pt x="1243391" y="254896"/>
                </a:lnTo>
                <a:lnTo>
                  <a:pt x="0" y="25489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94427" y="4142300"/>
            <a:ext cx="614808" cy="1267645"/>
          </a:xfrm>
          <a:custGeom>
            <a:avLst/>
            <a:gdLst/>
            <a:ahLst/>
            <a:cxnLst/>
            <a:rect l="l" t="t" r="r" b="b"/>
            <a:pathLst>
              <a:path w="614808" h="1267645">
                <a:moveTo>
                  <a:pt x="0" y="0"/>
                </a:moveTo>
                <a:lnTo>
                  <a:pt x="614808" y="0"/>
                </a:lnTo>
                <a:lnTo>
                  <a:pt x="614808" y="1267646"/>
                </a:lnTo>
                <a:lnTo>
                  <a:pt x="0" y="126764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340373" y="4207932"/>
            <a:ext cx="1110814" cy="1136382"/>
          </a:xfrm>
          <a:custGeom>
            <a:avLst/>
            <a:gdLst/>
            <a:ahLst/>
            <a:cxnLst/>
            <a:rect l="l" t="t" r="r" b="b"/>
            <a:pathLst>
              <a:path w="1110814" h="1136382">
                <a:moveTo>
                  <a:pt x="0" y="0"/>
                </a:moveTo>
                <a:lnTo>
                  <a:pt x="1110814" y="0"/>
                </a:lnTo>
                <a:lnTo>
                  <a:pt x="1110814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1045471" y="4244097"/>
            <a:ext cx="1183923" cy="1064051"/>
          </a:xfrm>
          <a:custGeom>
            <a:avLst/>
            <a:gdLst/>
            <a:ahLst/>
            <a:cxnLst/>
            <a:rect l="l" t="t" r="r" b="b"/>
            <a:pathLst>
              <a:path w="1183923" h="1064051">
                <a:moveTo>
                  <a:pt x="0" y="0"/>
                </a:moveTo>
                <a:lnTo>
                  <a:pt x="1183924" y="0"/>
                </a:lnTo>
                <a:lnTo>
                  <a:pt x="1183924" y="1064052"/>
                </a:lnTo>
                <a:lnTo>
                  <a:pt x="0" y="106405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4843443" y="4273563"/>
            <a:ext cx="1137335" cy="1005120"/>
          </a:xfrm>
          <a:custGeom>
            <a:avLst/>
            <a:gdLst/>
            <a:ahLst/>
            <a:cxnLst/>
            <a:rect l="l" t="t" r="r" b="b"/>
            <a:pathLst>
              <a:path w="1137335" h="1005120">
                <a:moveTo>
                  <a:pt x="0" y="0"/>
                </a:moveTo>
                <a:lnTo>
                  <a:pt x="1137335" y="0"/>
                </a:lnTo>
                <a:lnTo>
                  <a:pt x="1137335" y="1005120"/>
                </a:lnTo>
                <a:lnTo>
                  <a:pt x="0" y="100512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6144179" y="4243653"/>
            <a:ext cx="1115121" cy="1064941"/>
          </a:xfrm>
          <a:custGeom>
            <a:avLst/>
            <a:gdLst/>
            <a:ahLst/>
            <a:cxnLst/>
            <a:rect l="l" t="t" r="r" b="b"/>
            <a:pathLst>
              <a:path w="1115121" h="1064941">
                <a:moveTo>
                  <a:pt x="0" y="0"/>
                </a:moveTo>
                <a:lnTo>
                  <a:pt x="1115121" y="0"/>
                </a:lnTo>
                <a:lnTo>
                  <a:pt x="1115121" y="1064940"/>
                </a:lnTo>
                <a:lnTo>
                  <a:pt x="0" y="106494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409801" y="6378614"/>
            <a:ext cx="1165641" cy="785350"/>
          </a:xfrm>
          <a:custGeom>
            <a:avLst/>
            <a:gdLst/>
            <a:ahLst/>
            <a:cxnLst/>
            <a:rect l="l" t="t" r="r" b="b"/>
            <a:pathLst>
              <a:path w="1165641" h="785350">
                <a:moveTo>
                  <a:pt x="0" y="0"/>
                </a:moveTo>
                <a:lnTo>
                  <a:pt x="1165640" y="0"/>
                </a:lnTo>
                <a:lnTo>
                  <a:pt x="1165640" y="785350"/>
                </a:lnTo>
                <a:lnTo>
                  <a:pt x="0" y="785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321773" y="8047837"/>
            <a:ext cx="1212850" cy="1187077"/>
          </a:xfrm>
          <a:custGeom>
            <a:avLst/>
            <a:gdLst/>
            <a:ahLst/>
            <a:cxnLst/>
            <a:rect l="l" t="t" r="r" b="b"/>
            <a:pathLst>
              <a:path w="1212850" h="1187077">
                <a:moveTo>
                  <a:pt x="0" y="0"/>
                </a:moveTo>
                <a:lnTo>
                  <a:pt x="1212849" y="0"/>
                </a:lnTo>
                <a:lnTo>
                  <a:pt x="1212849" y="1187077"/>
                </a:lnTo>
                <a:lnTo>
                  <a:pt x="0" y="118707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582513" y="6195954"/>
            <a:ext cx="978069" cy="1150669"/>
          </a:xfrm>
          <a:custGeom>
            <a:avLst/>
            <a:gdLst/>
            <a:ahLst/>
            <a:cxnLst/>
            <a:rect l="l" t="t" r="r" b="b"/>
            <a:pathLst>
              <a:path w="978069" h="1150669">
                <a:moveTo>
                  <a:pt x="0" y="0"/>
                </a:moveTo>
                <a:lnTo>
                  <a:pt x="978068" y="0"/>
                </a:lnTo>
                <a:lnTo>
                  <a:pt x="978068" y="1150670"/>
                </a:lnTo>
                <a:lnTo>
                  <a:pt x="0" y="115067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218944" y="6126456"/>
            <a:ext cx="1109113" cy="1289666"/>
          </a:xfrm>
          <a:custGeom>
            <a:avLst/>
            <a:gdLst/>
            <a:ahLst/>
            <a:cxnLst/>
            <a:rect l="l" t="t" r="r" b="b"/>
            <a:pathLst>
              <a:path w="1109113" h="1289666">
                <a:moveTo>
                  <a:pt x="0" y="0"/>
                </a:moveTo>
                <a:lnTo>
                  <a:pt x="1109112" y="0"/>
                </a:lnTo>
                <a:lnTo>
                  <a:pt x="1109112" y="1289666"/>
                </a:lnTo>
                <a:lnTo>
                  <a:pt x="0" y="12896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392796" y="4198178"/>
            <a:ext cx="1145776" cy="1155890"/>
          </a:xfrm>
          <a:custGeom>
            <a:avLst/>
            <a:gdLst/>
            <a:ahLst/>
            <a:cxnLst/>
            <a:rect l="l" t="t" r="r" b="b"/>
            <a:pathLst>
              <a:path w="1145776" h="1155890">
                <a:moveTo>
                  <a:pt x="0" y="0"/>
                </a:moveTo>
                <a:lnTo>
                  <a:pt x="1145775" y="0"/>
                </a:lnTo>
                <a:lnTo>
                  <a:pt x="1145775" y="1155890"/>
                </a:lnTo>
                <a:lnTo>
                  <a:pt x="0" y="115589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7345404" y="8102325"/>
            <a:ext cx="933905" cy="1078101"/>
          </a:xfrm>
          <a:custGeom>
            <a:avLst/>
            <a:gdLst/>
            <a:ahLst/>
            <a:cxnLst/>
            <a:rect l="l" t="t" r="r" b="b"/>
            <a:pathLst>
              <a:path w="933905" h="1078101">
                <a:moveTo>
                  <a:pt x="0" y="0"/>
                </a:moveTo>
                <a:lnTo>
                  <a:pt x="933905" y="0"/>
                </a:lnTo>
                <a:lnTo>
                  <a:pt x="933905" y="1078101"/>
                </a:lnTo>
                <a:lnTo>
                  <a:pt x="0" y="107810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0968086" y="6195954"/>
            <a:ext cx="1134590" cy="1136010"/>
          </a:xfrm>
          <a:custGeom>
            <a:avLst/>
            <a:gdLst/>
            <a:ahLst/>
            <a:cxnLst/>
            <a:rect l="l" t="t" r="r" b="b"/>
            <a:pathLst>
              <a:path w="1134590" h="1136010">
                <a:moveTo>
                  <a:pt x="0" y="0"/>
                </a:moveTo>
                <a:lnTo>
                  <a:pt x="1134589" y="0"/>
                </a:lnTo>
                <a:lnTo>
                  <a:pt x="1134589" y="1136010"/>
                </a:lnTo>
                <a:lnTo>
                  <a:pt x="0" y="113601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3753719" y="8149250"/>
            <a:ext cx="935039" cy="984251"/>
          </a:xfrm>
          <a:custGeom>
            <a:avLst/>
            <a:gdLst/>
            <a:ahLst/>
            <a:cxnLst/>
            <a:rect l="l" t="t" r="r" b="b"/>
            <a:pathLst>
              <a:path w="935039" h="984251">
                <a:moveTo>
                  <a:pt x="0" y="0"/>
                </a:moveTo>
                <a:lnTo>
                  <a:pt x="935039" y="0"/>
                </a:lnTo>
                <a:lnTo>
                  <a:pt x="935039" y="984251"/>
                </a:lnTo>
                <a:lnTo>
                  <a:pt x="0" y="984251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4815038" y="6234336"/>
            <a:ext cx="820196" cy="1073907"/>
          </a:xfrm>
          <a:custGeom>
            <a:avLst/>
            <a:gdLst/>
            <a:ahLst/>
            <a:cxnLst/>
            <a:rect l="l" t="t" r="r" b="b"/>
            <a:pathLst>
              <a:path w="820196" h="1073907">
                <a:moveTo>
                  <a:pt x="0" y="0"/>
                </a:moveTo>
                <a:lnTo>
                  <a:pt x="820196" y="0"/>
                </a:lnTo>
                <a:lnTo>
                  <a:pt x="820196" y="1073906"/>
                </a:lnTo>
                <a:lnTo>
                  <a:pt x="0" y="107390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4907855" y="8054182"/>
            <a:ext cx="884857" cy="1174388"/>
          </a:xfrm>
          <a:custGeom>
            <a:avLst/>
            <a:gdLst/>
            <a:ahLst/>
            <a:cxnLst/>
            <a:rect l="l" t="t" r="r" b="b"/>
            <a:pathLst>
              <a:path w="884857" h="1174388">
                <a:moveTo>
                  <a:pt x="0" y="0"/>
                </a:moveTo>
                <a:lnTo>
                  <a:pt x="884857" y="0"/>
                </a:lnTo>
                <a:lnTo>
                  <a:pt x="884857" y="1174387"/>
                </a:lnTo>
                <a:lnTo>
                  <a:pt x="0" y="117438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r="-11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5889690" y="6290095"/>
            <a:ext cx="1212457" cy="962388"/>
          </a:xfrm>
          <a:custGeom>
            <a:avLst/>
            <a:gdLst/>
            <a:ahLst/>
            <a:cxnLst/>
            <a:rect l="l" t="t" r="r" b="b"/>
            <a:pathLst>
              <a:path w="1212457" h="962388">
                <a:moveTo>
                  <a:pt x="0" y="0"/>
                </a:moveTo>
                <a:lnTo>
                  <a:pt x="1212457" y="0"/>
                </a:lnTo>
                <a:lnTo>
                  <a:pt x="1212457" y="962388"/>
                </a:lnTo>
                <a:lnTo>
                  <a:pt x="0" y="962388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6011809" y="8060730"/>
            <a:ext cx="1139517" cy="1161291"/>
          </a:xfrm>
          <a:custGeom>
            <a:avLst/>
            <a:gdLst/>
            <a:ahLst/>
            <a:cxnLst/>
            <a:rect l="l" t="t" r="r" b="b"/>
            <a:pathLst>
              <a:path w="1139517" h="1161291">
                <a:moveTo>
                  <a:pt x="0" y="0"/>
                </a:moveTo>
                <a:lnTo>
                  <a:pt x="1139517" y="0"/>
                </a:lnTo>
                <a:lnTo>
                  <a:pt x="1139517" y="1161291"/>
                </a:lnTo>
                <a:lnTo>
                  <a:pt x="0" y="116129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3701973" y="4232751"/>
            <a:ext cx="978069" cy="1086743"/>
          </a:xfrm>
          <a:custGeom>
            <a:avLst/>
            <a:gdLst/>
            <a:ahLst/>
            <a:cxnLst/>
            <a:rect l="l" t="t" r="r" b="b"/>
            <a:pathLst>
              <a:path w="978069" h="1086743">
                <a:moveTo>
                  <a:pt x="0" y="0"/>
                </a:moveTo>
                <a:lnTo>
                  <a:pt x="978069" y="0"/>
                </a:lnTo>
                <a:lnTo>
                  <a:pt x="978069" y="1086744"/>
                </a:lnTo>
                <a:lnTo>
                  <a:pt x="0" y="108674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033078" y="628486"/>
            <a:ext cx="5059131" cy="197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Trang</a:t>
            </a:r>
          </a:p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Tài nguyên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57497" y="1099656"/>
            <a:ext cx="9739868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Sử dụng các tài nguyên thiết kế này trong Bản thuyết trình Canva</a:t>
            </a:r>
          </a:p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của bạn. Thiết kế vui vẻ! </a:t>
            </a:r>
            <a:r>
              <a:rPr lang="en-US" sz="2400" spc="-19">
                <a:solidFill>
                  <a:srgbClr val="213343"/>
                </a:solidFill>
                <a:latin typeface="Muli Semi-Bold"/>
              </a:rPr>
              <a:t>Xóa hoặc giấu trang này trước khi trình bày.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938</Words>
  <Application>Microsoft Office PowerPoint</Application>
  <PresentationFormat>Custom</PresentationFormat>
  <Paragraphs>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Cabin Bold</vt:lpstr>
      <vt:lpstr>Cabin Semi-Bold</vt:lpstr>
      <vt:lpstr>Muli</vt:lpstr>
      <vt:lpstr>Arial</vt:lpstr>
      <vt:lpstr>Calibri</vt:lpstr>
      <vt:lpstr>Muli Semi-Bold</vt:lpstr>
      <vt:lpstr>Aptos</vt:lpstr>
      <vt:lpstr>Wingdings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 Hồng Xanh lá Thực hiện Dự án Bản thuyết trình Lên ý tưởng</dc:title>
  <dc:creator>Duy-IT</dc:creator>
  <cp:lastModifiedBy>Vina Tech09</cp:lastModifiedBy>
  <cp:revision>42</cp:revision>
  <dcterms:created xsi:type="dcterms:W3CDTF">2006-08-16T00:00:00Z</dcterms:created>
  <dcterms:modified xsi:type="dcterms:W3CDTF">2024-10-30T08:29:23Z</dcterms:modified>
  <dc:identifier>DAGGkNqtYQ8</dc:identifier>
</cp:coreProperties>
</file>