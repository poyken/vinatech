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7" r:id="rId1"/>
  </p:sldMasterIdLst>
  <p:notesMasterIdLst>
    <p:notesMasterId r:id="rId7"/>
  </p:notesMasterIdLst>
  <p:sldIdLst>
    <p:sldId id="256" r:id="rId2"/>
    <p:sldId id="282" r:id="rId3"/>
    <p:sldId id="289" r:id="rId4"/>
    <p:sldId id="290" r:id="rId5"/>
    <p:sldId id="29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E9E6"/>
    <a:srgbClr val="FF99CC"/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02" autoAdjust="0"/>
    <p:restoredTop sz="94660"/>
  </p:normalViewPr>
  <p:slideViewPr>
    <p:cSldViewPr snapToGrid="0">
      <p:cViewPr varScale="1">
        <p:scale>
          <a:sx n="75" d="100"/>
          <a:sy n="75" d="100"/>
        </p:scale>
        <p:origin x="946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965420-464B-43DC-AAFB-989FC49D2D99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26C847-AE22-46BF-9DC4-44830D1236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133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12BED07-6713-92AA-40AF-AE58F4F83C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95400" y="4701464"/>
            <a:ext cx="8952782" cy="1204036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C9EF77-BF49-E4C1-0FC7-563354777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BD5853-25AA-1C3D-EAD2-496674792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7F0DAD-5850-CAAE-CD25-4D6DDDFF3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4851B1-0B20-9549-0D70-886AA9D045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952500"/>
            <a:ext cx="8952781" cy="3748824"/>
          </a:xfrm>
          <a:noFill/>
        </p:spPr>
        <p:txBody>
          <a:bodyPr anchor="b">
            <a:normAutofit/>
          </a:bodyPr>
          <a:lstStyle>
            <a:lvl1pPr algn="l">
              <a:defRPr sz="3200" spc="530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2641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48F26-B5E3-8A90-51FC-8520D1D73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EA4D95-10F3-6212-8302-5610C43E3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281BE7-A53D-441E-0393-0E59412C9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F10F0-B23F-BF4B-DB66-9BCF734DB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65DDEC-13A7-D988-D082-03076F80F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314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80CFA-45ED-71B0-EE3E-CCE6D5C19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1618211"/>
            <a:ext cx="8412190" cy="3944389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37BECA-A01D-7D7A-F2A6-891EC9D229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908858"/>
            <a:ext cx="8412192" cy="676102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716478-6FAF-D420-0B87-6EABB81E8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C4289B-CB0D-8AFC-7C02-F755C0DCC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7971E4-8A9E-2A30-D7FE-B3505124B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022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7F941-C3A7-545F-8046-C7A9AC803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D4277-CFAE-EEF6-3346-61F06D5A39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95401" y="2260121"/>
            <a:ext cx="4350026" cy="36568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543384-699D-84FC-C8B5-7BDE49BB44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46574" y="2260120"/>
            <a:ext cx="4350025" cy="365688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A49386-AFC8-03DA-4563-07B0A0119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AED60A-7704-31D9-7D4D-65C635EDF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6927DA-3B5E-13B8-0BA8-5DCFF001E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4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7B55A-280B-BDCB-F966-8578DDE74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966788"/>
            <a:ext cx="10059988" cy="105178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76EA03-7008-14AB-547B-E66EA4EC96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2018581"/>
            <a:ext cx="4350027" cy="544003"/>
          </a:xfrm>
        </p:spPr>
        <p:txBody>
          <a:bodyPr anchor="b"/>
          <a:lstStyle>
            <a:lvl1pPr marL="0" indent="0">
              <a:buNone/>
              <a:defRPr sz="24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629F56-D2C8-71FE-FA59-002819D518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95400" y="2774756"/>
            <a:ext cx="4350027" cy="31507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2524D2-CA8D-75F3-D089-C2F0E20D47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46572" y="2018581"/>
            <a:ext cx="4350028" cy="544003"/>
          </a:xfrm>
        </p:spPr>
        <p:txBody>
          <a:bodyPr anchor="b"/>
          <a:lstStyle>
            <a:lvl1pPr marL="0" indent="0">
              <a:buNone/>
              <a:defRPr sz="24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99B0E3-5AE5-0516-27BF-9F246137FE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46572" y="2774756"/>
            <a:ext cx="4350028" cy="315079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B319A7-6048-4735-B2AC-6D6043F14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15F875-F23E-D0D2-9115-CD494FDA0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B4F88F-F488-D9D5-CF99-AA1750AAF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5094593-EFC2-EEEF-74CD-BD00F4132A94}"/>
              </a:ext>
            </a:extLst>
          </p:cNvPr>
          <p:cNvCxnSpPr>
            <a:cxnSpLocks/>
          </p:cNvCxnSpPr>
          <p:nvPr/>
        </p:nvCxnSpPr>
        <p:spPr>
          <a:xfrm>
            <a:off x="6657975" y="2625552"/>
            <a:ext cx="423862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F851F6D-436C-FA47-8CD1-2C10E735764A}"/>
              </a:ext>
            </a:extLst>
          </p:cNvPr>
          <p:cNvCxnSpPr>
            <a:cxnSpLocks/>
          </p:cNvCxnSpPr>
          <p:nvPr/>
        </p:nvCxnSpPr>
        <p:spPr>
          <a:xfrm>
            <a:off x="1403684" y="2625552"/>
            <a:ext cx="424174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6077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91B86-9261-4E82-EF65-30F78154E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3A5E84-E43B-20AE-E80D-47CB0B07B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FF5797-14F1-9FEB-247C-0E325AF74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B5D7AF-1489-8F93-4828-0AE784B8B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331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6CAF1C-8901-AE05-E52C-D5B959410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CD4F90-2973-4FE2-6C2C-5C2AC5C5A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50414B-A7EC-0C14-EFD2-29C5582CC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790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378C7-A764-C5E4-A6A4-DC5B1B353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6484" y="1306484"/>
            <a:ext cx="3932237" cy="2122516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FE178-4B5D-413B-6583-AB81E8D04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312026"/>
            <a:ext cx="5143500" cy="4565651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B92F6D-71AB-9630-9DBE-46041C50C7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06484" y="3428999"/>
            <a:ext cx="3932237" cy="2133601"/>
          </a:xfrm>
        </p:spPr>
        <p:txBody>
          <a:bodyPr anchor="b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FEAAD1-C919-6E2E-32D2-E199025FB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88B5D8-E15B-BE38-2A89-BD0F02E1A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7ECC26-B78C-4CBD-6883-97E80D3E5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341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04EAA-30F7-390A-C77C-2E5BD8218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6484" y="1307185"/>
            <a:ext cx="3932237" cy="2121813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3A1C34-81AC-D534-67B1-4272122893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857702" y="1307186"/>
            <a:ext cx="5038898" cy="459831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E1012D-3524-26C6-64C1-8CE6E7A9A2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06484" y="3428999"/>
            <a:ext cx="3932237" cy="2133601"/>
          </a:xfrm>
        </p:spPr>
        <p:txBody>
          <a:bodyPr anchor="b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8FA6D7-1BE0-F14D-A2F7-4836180BC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56B5AC-3F20-FDC1-D579-7C4C6B4ED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074ACA-1D54-81FA-70B1-31AB3011B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753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2C3AB-851A-0D2F-B3AE-5B161CFFC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89FD6B-3621-3904-7878-A2825C6925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808AE9-D8ED-ED5D-D7B0-A43811777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9EF98B-AC81-D122-3D05-9C4E2FE42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9FB543-B138-6627-3714-12105D172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16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3DE16D-F1A0-DDB5-A98C-A9055C93D9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88334" y="952499"/>
            <a:ext cx="2051165" cy="49530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8A548F-8DA7-C53C-1BFE-7C720CB20F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52500" y="952499"/>
            <a:ext cx="8235834" cy="4953001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2EA2C8-1C90-25D0-8B0A-30B73CFD3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6FF1A4-0404-DA2D-1EA4-828091C0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457155-0F4A-F7B7-C4A8-755572E98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871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792104-6F24-CD50-F55E-22A55084D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842963"/>
            <a:ext cx="9601200" cy="1309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1059CB-D00E-398D-E4D9-59792FC40A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2262188"/>
            <a:ext cx="9601200" cy="3643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DFBC38-D897-7CBE-AC89-A95A2222D7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47726" y="61991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5DBDDF98-C922-483F-97E9-3E76B0201B42}" type="datetimeFigureOut">
              <a:rPr lang="en-US" smtClean="0"/>
              <a:pPr/>
              <a:t>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728008-2A03-D518-4A75-30816EB0D1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6625" y="6199188"/>
            <a:ext cx="34099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691D49-2BD8-1C36-B43A-CF2F917776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28107" y="6199188"/>
            <a:ext cx="6191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1B8B3671-A306-4A69-8480-FA9BE83924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470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2" r:id="rId1"/>
    <p:sldLayoutId id="2147483773" r:id="rId2"/>
    <p:sldLayoutId id="2147483774" r:id="rId3"/>
    <p:sldLayoutId id="2147483775" r:id="rId4"/>
    <p:sldLayoutId id="2147483776" r:id="rId5"/>
    <p:sldLayoutId id="2147483770" r:id="rId6"/>
    <p:sldLayoutId id="2147483766" r:id="rId7"/>
    <p:sldLayoutId id="2147483767" r:id="rId8"/>
    <p:sldLayoutId id="2147483768" r:id="rId9"/>
    <p:sldLayoutId id="2147483769" r:id="rId10"/>
    <p:sldLayoutId id="2147483771" r:id="rId11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kern="1200" cap="all" spc="5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75488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94944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152144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A7E26772-EAFC-10BB-4659-99BF2A8A15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4AEFA6A-E623-CF1A-3DDF-C38D3A7E2C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3335" y="952194"/>
            <a:ext cx="4140682" cy="495844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E269A5-FF2D-F7BE-4BD5-86E842FEF9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1" y="1564640"/>
            <a:ext cx="3803350" cy="3023052"/>
          </a:xfrm>
        </p:spPr>
        <p:txBody>
          <a:bodyPr anchor="ctr">
            <a:normAutofit/>
          </a:bodyPr>
          <a:lstStyle/>
          <a:p>
            <a:r>
              <a:rPr lang="en-US" dirty="0" err="1"/>
              <a:t>Hướng</a:t>
            </a:r>
            <a:r>
              <a:rPr lang="en-US" dirty="0"/>
              <a:t> </a:t>
            </a:r>
            <a:r>
              <a:rPr lang="en-US" dirty="0" err="1"/>
              <a:t>dẫn</a:t>
            </a:r>
            <a:r>
              <a:rPr lang="en-US" dirty="0"/>
              <a:t> </a:t>
            </a:r>
            <a:r>
              <a:rPr lang="en-US" dirty="0" err="1"/>
              <a:t>màn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7A3248-AB51-3CD4-D600-621571EF0C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1" y="4587692"/>
            <a:ext cx="3119010" cy="1013687"/>
          </a:xfrm>
        </p:spPr>
        <p:txBody>
          <a:bodyPr anchor="b">
            <a:normAutofit/>
          </a:bodyPr>
          <a:lstStyle/>
          <a:p>
            <a:r>
              <a:rPr lang="en-US" dirty="0"/>
              <a:t>Created by EA Vietnam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F20321-16A0-BC34-9658-EBA43B1215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2310" y="951418"/>
            <a:ext cx="5822282" cy="3126636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2335EF4A-C5DB-21B4-D51C-A6919B6DB1E4}"/>
              </a:ext>
            </a:extLst>
          </p:cNvPr>
          <p:cNvSpPr txBox="1">
            <a:spLocks/>
          </p:cNvSpPr>
          <p:nvPr/>
        </p:nvSpPr>
        <p:spPr>
          <a:xfrm>
            <a:off x="5283683" y="4500880"/>
            <a:ext cx="6310909" cy="187497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3200" kern="1200" cap="all" spc="5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HN101 –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đơn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toán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5359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96624-A161-6B68-9CE1-BB66A10B5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A8A1F-5118-5883-FA47-C2C225766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62791"/>
            <a:ext cx="11256264" cy="689049"/>
          </a:xfrm>
        </p:spPr>
        <p:txBody>
          <a:bodyPr>
            <a:normAutofit/>
          </a:bodyPr>
          <a:lstStyle/>
          <a:p>
            <a:r>
              <a:rPr lang="en-US" b="1" dirty="0"/>
              <a:t>I. </a:t>
            </a:r>
            <a:r>
              <a:rPr lang="en-US" b="1" dirty="0">
                <a:solidFill>
                  <a:srgbClr val="C00000"/>
                </a:solidFill>
              </a:rPr>
              <a:t>HN101</a:t>
            </a:r>
            <a:r>
              <a:rPr lang="en-US" b="1" dirty="0"/>
              <a:t> </a:t>
            </a:r>
            <a:r>
              <a:rPr lang="en-US" b="1" dirty="0" err="1"/>
              <a:t>Thiết</a:t>
            </a:r>
            <a:r>
              <a:rPr lang="en-US" b="1" dirty="0"/>
              <a:t> </a:t>
            </a:r>
            <a:r>
              <a:rPr lang="en-US" b="1" dirty="0" err="1"/>
              <a:t>lập</a:t>
            </a:r>
            <a:r>
              <a:rPr lang="en-US" b="1" dirty="0"/>
              <a:t> </a:t>
            </a:r>
            <a:r>
              <a:rPr lang="en-US" b="1" dirty="0" err="1"/>
              <a:t>đơn</a:t>
            </a:r>
            <a:r>
              <a:rPr lang="en-US" b="1" dirty="0"/>
              <a:t> </a:t>
            </a:r>
            <a:r>
              <a:rPr lang="en-US" b="1" dirty="0" err="1"/>
              <a:t>giá</a:t>
            </a:r>
            <a:r>
              <a:rPr lang="en-US" b="1" dirty="0"/>
              <a:t> </a:t>
            </a:r>
            <a:r>
              <a:rPr lang="en-US" b="1" dirty="0" err="1"/>
              <a:t>theo</a:t>
            </a:r>
            <a:r>
              <a:rPr lang="en-US" b="1" dirty="0"/>
              <a:t> </a:t>
            </a:r>
            <a:r>
              <a:rPr lang="en-US" b="1" dirty="0" err="1"/>
              <a:t>mã</a:t>
            </a:r>
            <a:r>
              <a:rPr lang="en-US" b="1" dirty="0"/>
              <a:t> </a:t>
            </a:r>
            <a:r>
              <a:rPr lang="en-US" b="1" dirty="0" err="1"/>
              <a:t>kế</a:t>
            </a:r>
            <a:r>
              <a:rPr lang="en-US" b="1" dirty="0"/>
              <a:t> </a:t>
            </a:r>
            <a:r>
              <a:rPr lang="en-US" b="1" dirty="0" err="1"/>
              <a:t>toán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3CF64E-7823-794E-B00E-0D1BE4F29160}"/>
              </a:ext>
            </a:extLst>
          </p:cNvPr>
          <p:cNvSpPr txBox="1"/>
          <p:nvPr/>
        </p:nvSpPr>
        <p:spPr>
          <a:xfrm>
            <a:off x="745744" y="913388"/>
            <a:ext cx="10460736" cy="873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tiền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HN00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Thành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Hà Nam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2B1DE9-1677-8527-9F4E-926A800F1A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4160" y="2327727"/>
            <a:ext cx="7959616" cy="42142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95161F-D3F4-9663-D08C-F7CC638027BA}"/>
              </a:ext>
            </a:extLst>
          </p:cNvPr>
          <p:cNvSpPr txBox="1"/>
          <p:nvPr/>
        </p:nvSpPr>
        <p:spPr>
          <a:xfrm>
            <a:off x="603504" y="2730270"/>
            <a:ext cx="3389376" cy="17045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HN101,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ấn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sách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>
              <a:lnSpc>
                <a:spcPct val="150000"/>
              </a:lnSpc>
            </a:pP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8F2B660-0754-E854-9BDB-6757E9DE54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4580" y="3202514"/>
            <a:ext cx="469441" cy="457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1047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D858A-181B-A0CE-2A73-26779D824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EA510D3-8D90-B3EA-18AE-31499BB032DF}"/>
              </a:ext>
            </a:extLst>
          </p:cNvPr>
          <p:cNvSpPr txBox="1"/>
          <p:nvPr/>
        </p:nvSpPr>
        <p:spPr>
          <a:xfrm>
            <a:off x="603504" y="1015084"/>
            <a:ext cx="4781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3C01B6-1E82-27BE-B9E3-4AB04544E52D}"/>
              </a:ext>
            </a:extLst>
          </p:cNvPr>
          <p:cNvSpPr txBox="1"/>
          <p:nvPr/>
        </p:nvSpPr>
        <p:spPr>
          <a:xfrm>
            <a:off x="500193" y="2447024"/>
            <a:ext cx="4031167" cy="11573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1: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Ấn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dòng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2: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đẩy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đủ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</a:t>
            </a:r>
          </a:p>
          <a:p>
            <a:pPr>
              <a:lnSpc>
                <a:spcPct val="150000"/>
              </a:lnSpc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3: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Ấn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lên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endParaRPr lang="en-US" sz="16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A0D2EEC-A34C-5A44-1380-2AD6165DCB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5527" y="2507984"/>
            <a:ext cx="353393" cy="35339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1A351A7-B13A-9748-12D1-7B57DE71C0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5527" y="3266239"/>
            <a:ext cx="338153" cy="33815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BE05BF0-1BC1-C2A9-FEDD-C32C28DD0C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1360" y="2148663"/>
            <a:ext cx="7630685" cy="4084674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01E06EC6-DB50-703C-246E-BB790303D1CD}"/>
              </a:ext>
            </a:extLst>
          </p:cNvPr>
          <p:cNvSpPr txBox="1">
            <a:spLocks/>
          </p:cNvSpPr>
          <p:nvPr/>
        </p:nvSpPr>
        <p:spPr>
          <a:xfrm>
            <a:off x="603504" y="62791"/>
            <a:ext cx="11256264" cy="68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2800" kern="1200" cap="all" spc="5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/>
              <a:t>I. </a:t>
            </a:r>
            <a:r>
              <a:rPr lang="en-US" b="1">
                <a:solidFill>
                  <a:srgbClr val="C00000"/>
                </a:solidFill>
              </a:rPr>
              <a:t>HN101</a:t>
            </a:r>
            <a:r>
              <a:rPr lang="en-US" b="1"/>
              <a:t> Thiết lập đơn giá theo mã kế toán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02654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D2760-B54F-1BC3-EC0B-E5B27AF44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C0E937B-37CC-B4F2-F3EB-6AFE2CB088DF}"/>
              </a:ext>
            </a:extLst>
          </p:cNvPr>
          <p:cNvSpPr txBox="1"/>
          <p:nvPr/>
        </p:nvSpPr>
        <p:spPr>
          <a:xfrm>
            <a:off x="603504" y="1015084"/>
            <a:ext cx="4781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456D2B-8E8D-7A56-4042-222D224C9E33}"/>
              </a:ext>
            </a:extLst>
          </p:cNvPr>
          <p:cNvSpPr txBox="1"/>
          <p:nvPr/>
        </p:nvSpPr>
        <p:spPr>
          <a:xfrm>
            <a:off x="500193" y="2447024"/>
            <a:ext cx="3452047" cy="15267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1: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Ấn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sửa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2: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Ấn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lên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endParaRPr lang="en-US" sz="16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2CD7910-37F6-EBD4-B320-832E613348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9563" y="3259923"/>
            <a:ext cx="338153" cy="338153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4DCD634-A92A-2BA4-BB87-4667549AD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62791"/>
            <a:ext cx="11256264" cy="689049"/>
          </a:xfrm>
        </p:spPr>
        <p:txBody>
          <a:bodyPr>
            <a:normAutofit/>
          </a:bodyPr>
          <a:lstStyle/>
          <a:p>
            <a:r>
              <a:rPr lang="en-US" b="1" dirty="0"/>
              <a:t>I. </a:t>
            </a:r>
            <a:r>
              <a:rPr lang="en-US" b="1" dirty="0">
                <a:solidFill>
                  <a:srgbClr val="C00000"/>
                </a:solidFill>
              </a:rPr>
              <a:t>HN101</a:t>
            </a:r>
            <a:r>
              <a:rPr lang="en-US" b="1" dirty="0"/>
              <a:t> </a:t>
            </a:r>
            <a:r>
              <a:rPr lang="en-US" b="1" dirty="0" err="1"/>
              <a:t>Thiết</a:t>
            </a:r>
            <a:r>
              <a:rPr lang="en-US" b="1" dirty="0"/>
              <a:t> </a:t>
            </a:r>
            <a:r>
              <a:rPr lang="en-US" b="1" dirty="0" err="1"/>
              <a:t>lập</a:t>
            </a:r>
            <a:r>
              <a:rPr lang="en-US" b="1" dirty="0"/>
              <a:t> </a:t>
            </a:r>
            <a:r>
              <a:rPr lang="en-US" b="1" dirty="0" err="1"/>
              <a:t>đơn</a:t>
            </a:r>
            <a:r>
              <a:rPr lang="en-US" b="1" dirty="0"/>
              <a:t> </a:t>
            </a:r>
            <a:r>
              <a:rPr lang="en-US" b="1" dirty="0" err="1"/>
              <a:t>giá</a:t>
            </a:r>
            <a:r>
              <a:rPr lang="en-US" b="1" dirty="0"/>
              <a:t> </a:t>
            </a:r>
            <a:r>
              <a:rPr lang="en-US" b="1" dirty="0" err="1"/>
              <a:t>theo</a:t>
            </a:r>
            <a:r>
              <a:rPr lang="en-US" b="1" dirty="0"/>
              <a:t> </a:t>
            </a:r>
            <a:r>
              <a:rPr lang="en-US" b="1" dirty="0" err="1"/>
              <a:t>mã</a:t>
            </a:r>
            <a:r>
              <a:rPr lang="en-US" b="1" dirty="0"/>
              <a:t> </a:t>
            </a:r>
            <a:r>
              <a:rPr lang="en-US" b="1" dirty="0" err="1"/>
              <a:t>kế</a:t>
            </a:r>
            <a:r>
              <a:rPr lang="en-US" b="1" dirty="0"/>
              <a:t> </a:t>
            </a:r>
            <a:r>
              <a:rPr lang="en-US" b="1" dirty="0" err="1"/>
              <a:t>toán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83C72A1-2CF5-BE9C-829A-5C4CEBAE3A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5844" y="1964158"/>
            <a:ext cx="7687835" cy="3267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2307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92630-C63F-FAD3-B358-63882C86F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7D98FFA-318A-60D1-D584-289F2F1DA19B}"/>
              </a:ext>
            </a:extLst>
          </p:cNvPr>
          <p:cNvSpPr txBox="1"/>
          <p:nvPr/>
        </p:nvSpPr>
        <p:spPr>
          <a:xfrm>
            <a:off x="603504" y="1015084"/>
            <a:ext cx="4781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Xóa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EA01EA-F736-9AD8-C9B9-2C06CB12FC73}"/>
              </a:ext>
            </a:extLst>
          </p:cNvPr>
          <p:cNvSpPr txBox="1"/>
          <p:nvPr/>
        </p:nvSpPr>
        <p:spPr>
          <a:xfrm>
            <a:off x="500193" y="2447024"/>
            <a:ext cx="4031167" cy="1896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1: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dòng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xóa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2: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Ấn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Xóa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dòng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3: Khi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cửa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sổ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xóa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lên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ấn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Yes</a:t>
            </a:r>
          </a:p>
          <a:p>
            <a:pPr>
              <a:lnSpc>
                <a:spcPct val="150000"/>
              </a:lnSpc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4: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Ấn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lên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endParaRPr lang="en-US" sz="16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571837D-D880-678A-10C3-821912701E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9403" y="3939730"/>
            <a:ext cx="338153" cy="3381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6347FC0-3CA9-5CE8-C532-227BB6557F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7500" y="2920683"/>
            <a:ext cx="331651" cy="317833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217228F4-EE78-C00C-2024-E9F6867F0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62791"/>
            <a:ext cx="11256264" cy="689049"/>
          </a:xfrm>
        </p:spPr>
        <p:txBody>
          <a:bodyPr>
            <a:normAutofit/>
          </a:bodyPr>
          <a:lstStyle/>
          <a:p>
            <a:r>
              <a:rPr lang="en-US" b="1" dirty="0"/>
              <a:t>I. </a:t>
            </a:r>
            <a:r>
              <a:rPr lang="en-US" b="1" dirty="0">
                <a:solidFill>
                  <a:srgbClr val="C00000"/>
                </a:solidFill>
              </a:rPr>
              <a:t>HN101</a:t>
            </a:r>
            <a:r>
              <a:rPr lang="en-US" b="1" dirty="0"/>
              <a:t> </a:t>
            </a:r>
            <a:r>
              <a:rPr lang="en-US" b="1" dirty="0" err="1"/>
              <a:t>Thiết</a:t>
            </a:r>
            <a:r>
              <a:rPr lang="en-US" b="1" dirty="0"/>
              <a:t> </a:t>
            </a:r>
            <a:r>
              <a:rPr lang="en-US" b="1" dirty="0" err="1"/>
              <a:t>lập</a:t>
            </a:r>
            <a:r>
              <a:rPr lang="en-US" b="1" dirty="0"/>
              <a:t> </a:t>
            </a:r>
            <a:r>
              <a:rPr lang="en-US" b="1" dirty="0" err="1"/>
              <a:t>đơn</a:t>
            </a:r>
            <a:r>
              <a:rPr lang="en-US" b="1" dirty="0"/>
              <a:t> </a:t>
            </a:r>
            <a:r>
              <a:rPr lang="en-US" b="1" dirty="0" err="1"/>
              <a:t>giá</a:t>
            </a:r>
            <a:r>
              <a:rPr lang="en-US" b="1" dirty="0"/>
              <a:t> </a:t>
            </a:r>
            <a:r>
              <a:rPr lang="en-US" b="1" dirty="0" err="1"/>
              <a:t>theo</a:t>
            </a:r>
            <a:r>
              <a:rPr lang="en-US" b="1" dirty="0"/>
              <a:t> </a:t>
            </a:r>
            <a:r>
              <a:rPr lang="en-US" b="1" dirty="0" err="1"/>
              <a:t>mã</a:t>
            </a:r>
            <a:r>
              <a:rPr lang="en-US" b="1" dirty="0"/>
              <a:t> </a:t>
            </a:r>
            <a:r>
              <a:rPr lang="en-US" b="1" dirty="0" err="1"/>
              <a:t>kế</a:t>
            </a:r>
            <a:r>
              <a:rPr lang="en-US" b="1" dirty="0"/>
              <a:t> </a:t>
            </a:r>
            <a:r>
              <a:rPr lang="en-US" b="1" dirty="0" err="1"/>
              <a:t>toán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794F327-CBC3-B736-E9F6-C54CD2ED30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2960" y="1790704"/>
            <a:ext cx="7418596" cy="4298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204850"/>
      </p:ext>
    </p:extLst>
  </p:cSld>
  <p:clrMapOvr>
    <a:masterClrMapping/>
  </p:clrMapOvr>
</p:sld>
</file>

<file path=ppt/theme/theme1.xml><?xml version="1.0" encoding="utf-8"?>
<a:theme xmlns:a="http://schemas.openxmlformats.org/drawingml/2006/main" name="PoiseVTI">
  <a:themeElements>
    <a:clrScheme name="Poise">
      <a:dk1>
        <a:sysClr val="windowText" lastClr="000000"/>
      </a:dk1>
      <a:lt1>
        <a:sysClr val="window" lastClr="FFFFFF"/>
      </a:lt1>
      <a:dk2>
        <a:srgbClr val="403739"/>
      </a:dk2>
      <a:lt2>
        <a:srgbClr val="F4E9E6"/>
      </a:lt2>
      <a:accent1>
        <a:srgbClr val="B18083"/>
      </a:accent1>
      <a:accent2>
        <a:srgbClr val="C17A69"/>
      </a:accent2>
      <a:accent3>
        <a:srgbClr val="CE9573"/>
      </a:accent3>
      <a:accent4>
        <a:srgbClr val="82907A"/>
      </a:accent4>
      <a:accent5>
        <a:srgbClr val="9A9966"/>
      </a:accent5>
      <a:accent6>
        <a:srgbClr val="AB9955"/>
      </a:accent6>
      <a:hlink>
        <a:srgbClr val="A97979"/>
      </a:hlink>
      <a:folHlink>
        <a:srgbClr val="BB7563"/>
      </a:folHlink>
    </a:clrScheme>
    <a:fontScheme name="Goudy Univers">
      <a:majorFont>
        <a:latin typeface="Goudy Old Style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iseVTI" id="{9843863B-6720-4231-BFE7-E604B355382A}" vid="{6C5B2780-C73E-445D-98DA-9D2BCD78971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2078</TotalTime>
  <Words>212</Words>
  <Application>Microsoft Office PowerPoint</Application>
  <PresentationFormat>Widescreen</PresentationFormat>
  <Paragraphs>22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Arial</vt:lpstr>
      <vt:lpstr>Goudy Old Style</vt:lpstr>
      <vt:lpstr>Times New Roman</vt:lpstr>
      <vt:lpstr>Univers Light</vt:lpstr>
      <vt:lpstr>PoiseVTI</vt:lpstr>
      <vt:lpstr>Hướng dẫn màn hình </vt:lpstr>
      <vt:lpstr>I. HN101 Thiết lập đơn giá theo mã kế toán</vt:lpstr>
      <vt:lpstr>PowerPoint Presentation</vt:lpstr>
      <vt:lpstr>I. HN101 Thiết lập đơn giá theo mã kế toán</vt:lpstr>
      <vt:lpstr>I. HN101 Thiết lập đơn giá theo mã kế toán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Tech13 Vina</dc:creator>
  <cp:lastModifiedBy>DI JAN</cp:lastModifiedBy>
  <cp:revision>19</cp:revision>
  <dcterms:created xsi:type="dcterms:W3CDTF">2024-11-11T07:28:55Z</dcterms:created>
  <dcterms:modified xsi:type="dcterms:W3CDTF">2025-01-20T03:34:00Z</dcterms:modified>
</cp:coreProperties>
</file>