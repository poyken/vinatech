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64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1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2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07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3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9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4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5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6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7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0" r:id="rId6"/>
    <p:sldLayoutId id="2147483766" r:id="rId7"/>
    <p:sldLayoutId id="2147483767" r:id="rId8"/>
    <p:sldLayoutId id="2147483768" r:id="rId9"/>
    <p:sldLayoutId id="2147483769" r:id="rId10"/>
    <p:sldLayoutId id="214748377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3335" y="952194"/>
            <a:ext cx="4140682" cy="49584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269A5-FF2D-F7BE-4BD5-86E842FE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1664100"/>
            <a:ext cx="3803350" cy="2037951"/>
          </a:xfrm>
        </p:spPr>
        <p:txBody>
          <a:bodyPr anchor="ctr">
            <a:normAutofit/>
          </a:bodyPr>
          <a:lstStyle/>
          <a:p>
            <a:r>
              <a:rPr lang="en-US" dirty="0"/>
              <a:t>Quy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QC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A3248-AB51-3CD4-D600-621571EF0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701" y="4413956"/>
            <a:ext cx="3119010" cy="1013687"/>
          </a:xfrm>
        </p:spPr>
        <p:txBody>
          <a:bodyPr anchor="b">
            <a:normAutofit/>
          </a:bodyPr>
          <a:lstStyle/>
          <a:p>
            <a:r>
              <a:rPr lang="en-US" dirty="0"/>
              <a:t>Created by EA Vietnam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20321-16A0-BC34-9658-EBA43B12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310" y="951418"/>
            <a:ext cx="5822282" cy="312663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96B459-B775-A815-CF41-38B3F79043C9}"/>
              </a:ext>
            </a:extLst>
          </p:cNvPr>
          <p:cNvSpPr/>
          <p:nvPr/>
        </p:nvSpPr>
        <p:spPr>
          <a:xfrm>
            <a:off x="5772310" y="4910328"/>
            <a:ext cx="5822282" cy="99625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IQC – PQC - OQC</a:t>
            </a:r>
          </a:p>
        </p:txBody>
      </p:sp>
    </p:spTree>
    <p:extLst>
      <p:ext uri="{BB962C8B-B14F-4D97-AF65-F5344CB8AC3E}">
        <p14:creationId xmlns:p14="http://schemas.microsoft.com/office/powerpoint/2010/main" val="237535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600FC-4D32-0F5C-F60A-0304721DD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93192"/>
            <a:ext cx="11256264" cy="8229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I. </a:t>
            </a:r>
            <a:r>
              <a:rPr lang="en-US" b="1" dirty="0" err="1"/>
              <a:t>Quản</a:t>
            </a:r>
            <a:r>
              <a:rPr lang="en-US" b="1" dirty="0"/>
              <a:t> LÝ </a:t>
            </a:r>
            <a:r>
              <a:rPr lang="en-US" b="1" dirty="0" err="1"/>
              <a:t>hạng</a:t>
            </a:r>
            <a:r>
              <a:rPr lang="en-US" b="1" dirty="0"/>
              <a:t> </a:t>
            </a:r>
            <a:r>
              <a:rPr lang="en-US" b="1" dirty="0" err="1"/>
              <a:t>mục</a:t>
            </a:r>
            <a:r>
              <a:rPr lang="en-US" b="1" dirty="0"/>
              <a:t>/</a:t>
            </a:r>
            <a:r>
              <a:rPr lang="en-US" b="1" dirty="0" err="1"/>
              <a:t>Nhóm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IQC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OQC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58FA9A-1367-C1AD-1819-6194EEE372F6}"/>
              </a:ext>
            </a:extLst>
          </p:cNvPr>
          <p:cNvSpPr txBox="1"/>
          <p:nvPr/>
        </p:nvSpPr>
        <p:spPr>
          <a:xfrm>
            <a:off x="603504" y="103148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C121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47D71C-2BE4-4BAE-EDDD-263F1B04A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585484"/>
            <a:ext cx="10597896" cy="474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340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69884-FED6-BECB-1999-803D3FD1A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94999C-4B56-8796-7823-359530EFF8B1}"/>
              </a:ext>
            </a:extLst>
          </p:cNvPr>
          <p:cNvSpPr txBox="1"/>
          <p:nvPr/>
        </p:nvSpPr>
        <p:spPr>
          <a:xfrm>
            <a:off x="399288" y="42554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BFE5A4-20FA-2171-E41E-CF2AA14DD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25" y="962636"/>
            <a:ext cx="11371149" cy="521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865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0D8C-960D-DF5B-1645-AAF52BCEA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E3B5D1-936F-0C42-FC87-C91E1C188C8A}"/>
              </a:ext>
            </a:extLst>
          </p:cNvPr>
          <p:cNvSpPr txBox="1"/>
          <p:nvPr/>
        </p:nvSpPr>
        <p:spPr>
          <a:xfrm>
            <a:off x="399288" y="42554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8F608C-E202-E9F5-7C86-ED3FFBC86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11" y="1061578"/>
            <a:ext cx="11130778" cy="493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260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8FA3-1595-3D27-5E24-CCD68BF7D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236D3F-1D8F-974E-2934-D66E20FE77BD}"/>
              </a:ext>
            </a:extLst>
          </p:cNvPr>
          <p:cNvSpPr txBox="1"/>
          <p:nvPr/>
        </p:nvSpPr>
        <p:spPr>
          <a:xfrm>
            <a:off x="399288" y="29219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6A09F3-BEA1-67B8-09C7-28E06D240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48" y="661528"/>
            <a:ext cx="11304164" cy="50307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369E14-74F2-201F-0C95-EFF4D28DC5C2}"/>
              </a:ext>
            </a:extLst>
          </p:cNvPr>
          <p:cNvSpPr txBox="1"/>
          <p:nvPr/>
        </p:nvSpPr>
        <p:spPr>
          <a:xfrm>
            <a:off x="488548" y="6011806"/>
            <a:ext cx="6368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162747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74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Goudy Old Style</vt:lpstr>
      <vt:lpstr>Times New Roman</vt:lpstr>
      <vt:lpstr>Univers Light</vt:lpstr>
      <vt:lpstr>PoiseVTI</vt:lpstr>
      <vt:lpstr>Quy Trình nhập Liệu QC</vt:lpstr>
      <vt:lpstr>I. Quản LÝ hạng mục/Nhóm kiểm tra IQC và OQC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Tech13 Vina</dc:creator>
  <cp:lastModifiedBy>Administrator</cp:lastModifiedBy>
  <cp:revision>2</cp:revision>
  <dcterms:created xsi:type="dcterms:W3CDTF">2024-11-11T07:28:55Z</dcterms:created>
  <dcterms:modified xsi:type="dcterms:W3CDTF">2026-01-28T06:30:08Z</dcterms:modified>
</cp:coreProperties>
</file>