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23"/>
  </p:notesMasterIdLst>
  <p:sldIdLst>
    <p:sldId id="256" r:id="rId2"/>
    <p:sldId id="257" r:id="rId3"/>
    <p:sldId id="282" r:id="rId4"/>
    <p:sldId id="258" r:id="rId5"/>
    <p:sldId id="260" r:id="rId6"/>
    <p:sldId id="259" r:id="rId7"/>
    <p:sldId id="261" r:id="rId8"/>
    <p:sldId id="276" r:id="rId9"/>
    <p:sldId id="278" r:id="rId10"/>
    <p:sldId id="279" r:id="rId11"/>
    <p:sldId id="277" r:id="rId12"/>
    <p:sldId id="281" r:id="rId13"/>
    <p:sldId id="280" r:id="rId14"/>
    <p:sldId id="283" r:id="rId15"/>
    <p:sldId id="284" r:id="rId16"/>
    <p:sldId id="285" r:id="rId17"/>
    <p:sldId id="286" r:id="rId18"/>
    <p:sldId id="288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C7EFE-2D04-11C9-B675-0B4D31834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8EEEF7-215E-C3A9-66BE-1D5D6B83C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5442A-4EAE-FA42-5FB4-F551D1552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74AA7-559F-F5AB-3BE9-153EBC4A7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6C847-AE22-46BF-9DC4-44830D1236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2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664100"/>
            <a:ext cx="3803350" cy="2037951"/>
          </a:xfrm>
        </p:spPr>
        <p:txBody>
          <a:bodyPr anchor="ctr">
            <a:normAutofit/>
          </a:bodyPr>
          <a:lstStyle/>
          <a:p>
            <a:r>
              <a:rPr lang="en-US" dirty="0"/>
              <a:t>Quy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QC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96B459-B775-A815-CF41-38B3F79043C9}"/>
              </a:ext>
            </a:extLst>
          </p:cNvPr>
          <p:cNvSpPr/>
          <p:nvPr/>
        </p:nvSpPr>
        <p:spPr>
          <a:xfrm>
            <a:off x="5772310" y="4910328"/>
            <a:ext cx="5822282" cy="99625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OQC</a:t>
            </a:r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00FC-4D32-0F5C-F60A-0304721DD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648409"/>
          </a:xfrm>
        </p:spPr>
        <p:txBody>
          <a:bodyPr>
            <a:normAutofit/>
          </a:bodyPr>
          <a:lstStyle/>
          <a:p>
            <a:r>
              <a:rPr lang="en-US" b="1" dirty="0"/>
              <a:t>Quy </a:t>
            </a:r>
            <a:r>
              <a:rPr lang="en-US" b="1" dirty="0" err="1"/>
              <a:t>trình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FABDF-0287-2E01-8279-3EB45AB82D0A}"/>
              </a:ext>
            </a:extLst>
          </p:cNvPr>
          <p:cNvSpPr/>
          <p:nvPr/>
        </p:nvSpPr>
        <p:spPr>
          <a:xfrm>
            <a:off x="477520" y="802640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9A594-0DA8-BC72-7A3D-3538E1C1F0B0}"/>
              </a:ext>
            </a:extLst>
          </p:cNvPr>
          <p:cNvSpPr/>
          <p:nvPr/>
        </p:nvSpPr>
        <p:spPr>
          <a:xfrm>
            <a:off x="477520" y="3840480"/>
            <a:ext cx="11256264" cy="2626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E5C1BD-3E7F-C99F-CEFE-16212C2CB62D}"/>
              </a:ext>
            </a:extLst>
          </p:cNvPr>
          <p:cNvSpPr/>
          <p:nvPr/>
        </p:nvSpPr>
        <p:spPr>
          <a:xfrm>
            <a:off x="1897634" y="185928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C121</a:t>
            </a:r>
            <a:br>
              <a:rPr lang="en-US" dirty="0"/>
            </a:b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QC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4CDC0B-434B-426F-4AFB-928BD2B98EB1}"/>
              </a:ext>
            </a:extLst>
          </p:cNvPr>
          <p:cNvSpPr/>
          <p:nvPr/>
        </p:nvSpPr>
        <p:spPr>
          <a:xfrm>
            <a:off x="6486652" y="1879600"/>
            <a:ext cx="347015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C151</a:t>
            </a:r>
            <a:br>
              <a:rPr lang="en-US" dirty="0"/>
            </a:b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(OQC)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F1E43E-2017-5F63-F3D0-545A523F4283}"/>
              </a:ext>
            </a:extLst>
          </p:cNvPr>
          <p:cNvSpPr txBox="1"/>
          <p:nvPr/>
        </p:nvSpPr>
        <p:spPr>
          <a:xfrm>
            <a:off x="1036320" y="1107440"/>
            <a:ext cx="263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ban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1C81103-19D1-2D13-A435-8DA3BDF69CAA}"/>
              </a:ext>
            </a:extLst>
          </p:cNvPr>
          <p:cNvSpPr/>
          <p:nvPr/>
        </p:nvSpPr>
        <p:spPr>
          <a:xfrm>
            <a:off x="4919726" y="215392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78B6B8-7AEB-385E-C884-AD484E26FA06}"/>
              </a:ext>
            </a:extLst>
          </p:cNvPr>
          <p:cNvSpPr/>
          <p:nvPr/>
        </p:nvSpPr>
        <p:spPr>
          <a:xfrm>
            <a:off x="608584" y="491744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C512</a:t>
            </a:r>
            <a:br>
              <a:rPr lang="en-US" dirty="0"/>
            </a:b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Lot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7619F-DC3F-FA68-583A-FF3AC46B08C1}"/>
              </a:ext>
            </a:extLst>
          </p:cNvPr>
          <p:cNvSpPr txBox="1"/>
          <p:nvPr/>
        </p:nvSpPr>
        <p:spPr>
          <a:xfrm>
            <a:off x="1036320" y="4009628"/>
            <a:ext cx="748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barcode (do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19E4CE-94BC-F3EF-5B73-7B4C5B48862B}"/>
              </a:ext>
            </a:extLst>
          </p:cNvPr>
          <p:cNvSpPr/>
          <p:nvPr/>
        </p:nvSpPr>
        <p:spPr>
          <a:xfrm>
            <a:off x="4477005" y="4917440"/>
            <a:ext cx="2631440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C530</a:t>
            </a:r>
            <a:br>
              <a:rPr lang="en-US" dirty="0"/>
            </a:b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mẫu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AB3543A-DDAC-1C49-C0F4-1521FB428088}"/>
              </a:ext>
            </a:extLst>
          </p:cNvPr>
          <p:cNvSpPr/>
          <p:nvPr/>
        </p:nvSpPr>
        <p:spPr>
          <a:xfrm>
            <a:off x="8345426" y="4917440"/>
            <a:ext cx="3222752" cy="113792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C540</a:t>
            </a:r>
            <a:br>
              <a:rPr lang="en-US" dirty="0"/>
            </a:b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suất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từ</a:t>
            </a:r>
            <a:r>
              <a:rPr lang="en-US" dirty="0"/>
              <a:t> C530)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E512277-ED89-0AA5-CDA7-34B3F42EFD8A}"/>
              </a:ext>
            </a:extLst>
          </p:cNvPr>
          <p:cNvSpPr/>
          <p:nvPr/>
        </p:nvSpPr>
        <p:spPr>
          <a:xfrm>
            <a:off x="3270377" y="519176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EB3AC2D-BBA0-C86D-B35A-0F26F20CCB8F}"/>
              </a:ext>
            </a:extLst>
          </p:cNvPr>
          <p:cNvSpPr/>
          <p:nvPr/>
        </p:nvSpPr>
        <p:spPr>
          <a:xfrm>
            <a:off x="7138798" y="5191760"/>
            <a:ext cx="1176274" cy="589280"/>
          </a:xfrm>
          <a:prstGeom prst="rightArrow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62791"/>
            <a:ext cx="11256264" cy="82296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 err="1"/>
              <a:t>Quản</a:t>
            </a:r>
            <a:r>
              <a:rPr lang="en-US" b="1" dirty="0"/>
              <a:t> LÝ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/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IQC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OQC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603504" y="103148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C121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B7CDE8-0E64-FFB1-4D77-4CDD38B9C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23" y="2039112"/>
            <a:ext cx="10503154" cy="46983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DF2AB3-6AC8-DC1C-E508-A347C144E4DE}"/>
              </a:ext>
            </a:extLst>
          </p:cNvPr>
          <p:cNvSpPr txBox="1"/>
          <p:nvPr/>
        </p:nvSpPr>
        <p:spPr>
          <a:xfrm>
            <a:off x="1099566" y="1554823"/>
            <a:ext cx="79964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9884-FED6-BECB-1999-803D3FD1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94999C-4B56-8796-7823-359530EFF8B1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FE5A4-20FA-2171-E41E-CF2AA14D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25" y="962636"/>
            <a:ext cx="11371149" cy="521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865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0D8C-960D-DF5B-1645-AAF52BCE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E3B5D1-936F-0C42-FC87-C91E1C188C8A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F608C-E202-E9F5-7C86-ED3FFBC8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11" y="1061578"/>
            <a:ext cx="11130778" cy="493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60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8FA3-1595-3D27-5E24-CCD68BF7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236D3F-1D8F-974E-2934-D66E20FE77BD}"/>
              </a:ext>
            </a:extLst>
          </p:cNvPr>
          <p:cNvSpPr txBox="1"/>
          <p:nvPr/>
        </p:nvSpPr>
        <p:spPr>
          <a:xfrm>
            <a:off x="399288" y="29219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A09F3-BEA1-67B8-09C7-28E06D24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48" y="661528"/>
            <a:ext cx="11304164" cy="50307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69E14-74F2-201F-0C95-EFF4D28DC5C2}"/>
              </a:ext>
            </a:extLst>
          </p:cNvPr>
          <p:cNvSpPr txBox="1"/>
          <p:nvPr/>
        </p:nvSpPr>
        <p:spPr>
          <a:xfrm>
            <a:off x="488548" y="6011806"/>
            <a:ext cx="6272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16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05B4F-FD31-0970-4DBE-7E8CC0B9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C294-0B1D-A939-6086-4A6C9CA4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2" y="62776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C151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44878-5731-0408-46E0-9191ACB82652}"/>
              </a:ext>
            </a:extLst>
          </p:cNvPr>
          <p:cNvSpPr txBox="1"/>
          <p:nvPr/>
        </p:nvSpPr>
        <p:spPr>
          <a:xfrm>
            <a:off x="497300" y="2079493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DBA1D-7FD2-5F81-FE4C-A6581B68B81F}"/>
              </a:ext>
            </a:extLst>
          </p:cNvPr>
          <p:cNvSpPr txBox="1"/>
          <p:nvPr/>
        </p:nvSpPr>
        <p:spPr>
          <a:xfrm>
            <a:off x="500193" y="2447025"/>
            <a:ext cx="29674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  <a:endParaRPr lang="en-US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4DC8D6-77AE-8166-6035-922A4E37C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042" y="3642582"/>
            <a:ext cx="352425" cy="3143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9C0675-4A24-0046-F976-96CC3CE92120}"/>
              </a:ext>
            </a:extLst>
          </p:cNvPr>
          <p:cNvSpPr txBox="1"/>
          <p:nvPr/>
        </p:nvSpPr>
        <p:spPr>
          <a:xfrm>
            <a:off x="497300" y="1289988"/>
            <a:ext cx="30585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OQC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598EBE-C0DA-259D-7F42-87216ACF6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247" y="1666240"/>
            <a:ext cx="8685250" cy="50586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C001BC-4D2A-6EBB-539D-145D919725CE}"/>
              </a:ext>
            </a:extLst>
          </p:cNvPr>
          <p:cNvSpPr txBox="1"/>
          <p:nvPr/>
        </p:nvSpPr>
        <p:spPr>
          <a:xfrm>
            <a:off x="378177" y="4388592"/>
            <a:ext cx="29001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endParaRPr 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9414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C9FA-D859-3E6D-3038-4048AEEE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A388-89D1-72C2-B2DA-86739C7F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231" y="36284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C151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ABB8F-94D0-94D9-3FF4-F0B3916A77C3}"/>
              </a:ext>
            </a:extLst>
          </p:cNvPr>
          <p:cNvSpPr txBox="1"/>
          <p:nvPr/>
        </p:nvSpPr>
        <p:spPr>
          <a:xfrm>
            <a:off x="399288" y="103148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F30D0-0C88-92E7-F267-1E78976C7BE0}"/>
              </a:ext>
            </a:extLst>
          </p:cNvPr>
          <p:cNvSpPr txBox="1"/>
          <p:nvPr/>
        </p:nvSpPr>
        <p:spPr>
          <a:xfrm>
            <a:off x="399288" y="1400818"/>
            <a:ext cx="10014712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popup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A410 – Thông tin model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A410,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(1)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OQC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(2). 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C151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78315F-EE84-BA69-13EC-D49A59D8A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3640052"/>
            <a:ext cx="12132091" cy="2872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87C7FF-6604-CECD-D6F0-18100E527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300" y="2219623"/>
            <a:ext cx="364500" cy="3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89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1BF48-EFB4-4953-B8F4-D3BCC127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2D1A-7E92-C960-9468-F5F877BF9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C151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D5524-82EF-DE33-1908-D39F52EE4BC0}"/>
              </a:ext>
            </a:extLst>
          </p:cNvPr>
          <p:cNvSpPr txBox="1"/>
          <p:nvPr/>
        </p:nvSpPr>
        <p:spPr>
          <a:xfrm>
            <a:off x="399288" y="846820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D1BED-2413-7A72-A6B0-89893BF0BD41}"/>
              </a:ext>
            </a:extLst>
          </p:cNvPr>
          <p:cNvSpPr txBox="1"/>
          <p:nvPr/>
        </p:nvSpPr>
        <p:spPr>
          <a:xfrm>
            <a:off x="270683" y="1276403"/>
            <a:ext cx="3674872" cy="2633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Tick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C151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42D338-4346-0C01-E12A-BCC4CC3D5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832" y="3576320"/>
            <a:ext cx="338261" cy="3006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7A9E4A-9A78-2C9E-7397-426406622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67" y="1031486"/>
            <a:ext cx="7536833" cy="56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67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E4381-9A4A-DBD4-4132-208EFA22D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344A-E568-A52B-8B2E-DAF0ED54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82296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II.Thiết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Hạng</a:t>
            </a:r>
            <a:r>
              <a:rPr lang="en-US" b="1" dirty="0"/>
              <a:t> </a:t>
            </a:r>
            <a:r>
              <a:rPr lang="en-US" b="1" dirty="0" err="1"/>
              <a:t>mục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C151</a:t>
            </a:r>
            <a:r>
              <a:rPr lang="en-US" b="1" dirty="0"/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1EE877-3872-69F3-E8E4-9A63FE84B9D9}"/>
              </a:ext>
            </a:extLst>
          </p:cNvPr>
          <p:cNvSpPr txBox="1"/>
          <p:nvPr/>
        </p:nvSpPr>
        <p:spPr>
          <a:xfrm>
            <a:off x="399288" y="846820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4694C-E7E6-1C5B-7D19-501C5BF090C9}"/>
              </a:ext>
            </a:extLst>
          </p:cNvPr>
          <p:cNvSpPr txBox="1"/>
          <p:nvPr/>
        </p:nvSpPr>
        <p:spPr>
          <a:xfrm>
            <a:off x="270683" y="1276403"/>
            <a:ext cx="367487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844062-D6EE-493B-5011-4E7B8E5A1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104" y="1061668"/>
            <a:ext cx="7884685" cy="57993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D9D318-E4FA-2FDF-84FB-B9F05FDD61E6}"/>
              </a:ext>
            </a:extLst>
          </p:cNvPr>
          <p:cNvSpPr txBox="1"/>
          <p:nvPr/>
        </p:nvSpPr>
        <p:spPr>
          <a:xfrm>
            <a:off x="270683" y="2432489"/>
            <a:ext cx="3674872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C121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F44E76-18C1-77F6-715E-D4DC23AE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560" y="3961843"/>
            <a:ext cx="379800" cy="33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662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2B786-EEF2-5FA0-6D20-1D3D1B780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A2EB-2116-097D-D049-B3CF41D74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III.Quản</a:t>
            </a:r>
            <a:r>
              <a:rPr lang="en-US" sz="2500" b="1" dirty="0"/>
              <a:t> </a:t>
            </a:r>
            <a:r>
              <a:rPr lang="en-US" sz="2500" b="1" dirty="0" err="1"/>
              <a:t>lý</a:t>
            </a:r>
            <a:r>
              <a:rPr lang="en-US" sz="2500" b="1" dirty="0"/>
              <a:t> Lot </a:t>
            </a:r>
            <a:r>
              <a:rPr lang="en-US" sz="2500" b="1" dirty="0" err="1"/>
              <a:t>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C512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80B21-A5D4-661A-3020-EFD692CAB852}"/>
              </a:ext>
            </a:extLst>
          </p:cNvPr>
          <p:cNvSpPr txBox="1"/>
          <p:nvPr/>
        </p:nvSpPr>
        <p:spPr>
          <a:xfrm>
            <a:off x="524680" y="902751"/>
            <a:ext cx="10742757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Dán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Thông tin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		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2B0CC7-D04C-4ADA-1475-B6DCDFEC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" y="3146231"/>
            <a:ext cx="12116850" cy="28348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84C72F-1E2C-9AFC-4C29-F48C9390B5AE}"/>
              </a:ext>
            </a:extLst>
          </p:cNvPr>
          <p:cNvSpPr txBox="1"/>
          <p:nvPr/>
        </p:nvSpPr>
        <p:spPr>
          <a:xfrm>
            <a:off x="524681" y="2393823"/>
            <a:ext cx="10742757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EF08C4-404E-6741-AC54-E55E65C2D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135" y="974790"/>
            <a:ext cx="314369" cy="3143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2A00BC-EB44-0399-8FC5-9F8C45B56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338" y="1723851"/>
            <a:ext cx="963342" cy="33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23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C0E01-DA17-6FFD-2DA8-9D4F21AD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C343-96DA-AA49-C332-CA8B5D2C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III.Quản</a:t>
            </a:r>
            <a:r>
              <a:rPr lang="en-US" sz="2500" b="1" dirty="0"/>
              <a:t> </a:t>
            </a:r>
            <a:r>
              <a:rPr lang="en-US" sz="2500" b="1" dirty="0" err="1"/>
              <a:t>lý</a:t>
            </a:r>
            <a:r>
              <a:rPr lang="en-US" sz="2500" b="1" dirty="0"/>
              <a:t> Lot </a:t>
            </a:r>
            <a:r>
              <a:rPr lang="en-US" sz="2500" b="1" dirty="0" err="1"/>
              <a:t>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C512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0CAEA-EB41-9CB7-7915-4E64FF6EBB9A}"/>
              </a:ext>
            </a:extLst>
          </p:cNvPr>
          <p:cNvSpPr txBox="1"/>
          <p:nvPr/>
        </p:nvSpPr>
        <p:spPr>
          <a:xfrm>
            <a:off x="524680" y="735154"/>
            <a:ext cx="10742757" cy="1940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(2)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C530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Do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A410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 Team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DB604F-952B-FDF2-F77D-EB65EB425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" y="3146231"/>
            <a:ext cx="12116850" cy="28348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5F707B-A369-2721-80EA-D6B3398B5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067" y="1446448"/>
            <a:ext cx="136226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8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E07D2-472A-B1BD-E76B-73A58F8DD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638D-6457-DC5D-8936-0937432D7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C530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2A3BA4-C8B4-BBA5-AEBD-6A3B561EB094}"/>
              </a:ext>
            </a:extLst>
          </p:cNvPr>
          <p:cNvSpPr txBox="1"/>
          <p:nvPr/>
        </p:nvSpPr>
        <p:spPr>
          <a:xfrm>
            <a:off x="399288" y="2272914"/>
            <a:ext cx="207975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(1)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DF551D-0E33-2213-EE93-9EDCA13E8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671" y="3114631"/>
            <a:ext cx="314369" cy="31436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A0EC2E-74A9-7178-D044-4A4F50D5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206" y="1581980"/>
            <a:ext cx="9000793" cy="1946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08713D-E70B-E411-EC28-6A54584AA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08" y="3702776"/>
            <a:ext cx="9000792" cy="3231112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B102793B-A0E2-E91A-90DB-363EB283D206}"/>
              </a:ext>
            </a:extLst>
          </p:cNvPr>
          <p:cNvSpPr/>
          <p:nvPr/>
        </p:nvSpPr>
        <p:spPr>
          <a:xfrm>
            <a:off x="7384201" y="3429000"/>
            <a:ext cx="622846" cy="441960"/>
          </a:xfrm>
          <a:prstGeom prst="downArrow">
            <a:avLst/>
          </a:prstGeom>
          <a:solidFill>
            <a:srgbClr val="00B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A5EAF-21F6-5E4E-7DDF-E91BE69AF596}"/>
              </a:ext>
            </a:extLst>
          </p:cNvPr>
          <p:cNvSpPr txBox="1"/>
          <p:nvPr/>
        </p:nvSpPr>
        <p:spPr>
          <a:xfrm>
            <a:off x="653288" y="695970"/>
            <a:ext cx="8480552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ý: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hơi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chậm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21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667B0-DA0E-1CE8-D7A0-002439F95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67A0-24F8-E1DC-CE19-63C7CAE3F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C530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F98D7-C230-25B4-A34E-9D2E99C6774A}"/>
              </a:ext>
            </a:extLst>
          </p:cNvPr>
          <p:cNvSpPr txBox="1"/>
          <p:nvPr/>
        </p:nvSpPr>
        <p:spPr>
          <a:xfrm>
            <a:off x="336787" y="1625086"/>
            <a:ext cx="375268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81D05-44E3-05C5-7197-979E0E04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224" y="1625086"/>
            <a:ext cx="8223776" cy="5232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CF0760-7410-8FA3-B4AE-D4A960F7C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160" y="3314851"/>
            <a:ext cx="1021147" cy="21373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AA3FF2-0890-7D7B-2D72-F646264352CE}"/>
              </a:ext>
            </a:extLst>
          </p:cNvPr>
          <p:cNvSpPr txBox="1"/>
          <p:nvPr/>
        </p:nvSpPr>
        <p:spPr>
          <a:xfrm>
            <a:off x="572008" y="995454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892F94-C25F-77AF-7D00-FB9612B6A863}"/>
              </a:ext>
            </a:extLst>
          </p:cNvPr>
          <p:cNvSpPr txBox="1"/>
          <p:nvPr/>
        </p:nvSpPr>
        <p:spPr>
          <a:xfrm>
            <a:off x="336787" y="4241543"/>
            <a:ext cx="3752680" cy="786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28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03CE-208E-14A1-0A31-463ED8FA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996D-0F59-F063-378D-FEB014D0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C530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75C62B-AE56-7791-4D27-90FDEC9DA60C}"/>
              </a:ext>
            </a:extLst>
          </p:cNvPr>
          <p:cNvSpPr txBox="1"/>
          <p:nvPr/>
        </p:nvSpPr>
        <p:spPr>
          <a:xfrm>
            <a:off x="466344" y="755671"/>
            <a:ext cx="9642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C151:</a:t>
            </a:r>
          </a:p>
          <a:p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04168-C1B3-4FB0-565F-4682A103E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" y="1884185"/>
            <a:ext cx="10398016" cy="497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5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154A-1C5C-E07A-8DD9-2EAD8A76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52A3-FE1D-7122-E492-8B9482C1D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IV.kiểm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phẩm</a:t>
            </a:r>
            <a:r>
              <a:rPr lang="en-US" sz="2500" b="1" dirty="0"/>
              <a:t> </a:t>
            </a:r>
            <a:r>
              <a:rPr lang="en-US" sz="2500" b="1" dirty="0" err="1"/>
              <a:t>theo</a:t>
            </a:r>
            <a:r>
              <a:rPr lang="en-US" sz="2500" b="1" dirty="0"/>
              <a:t> </a:t>
            </a:r>
            <a:r>
              <a:rPr lang="en-US" sz="2500" b="1" dirty="0" err="1"/>
              <a:t>từng</a:t>
            </a:r>
            <a:r>
              <a:rPr lang="en-US" sz="2500" b="1" dirty="0"/>
              <a:t> </a:t>
            </a:r>
            <a:r>
              <a:rPr lang="en-US" sz="2500" b="1" dirty="0" err="1"/>
              <a:t>mẫu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C530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8A7A4-0A69-8CA8-3A28-4479C23EA102}"/>
              </a:ext>
            </a:extLst>
          </p:cNvPr>
          <p:cNvSpPr txBox="1"/>
          <p:nvPr/>
        </p:nvSpPr>
        <p:spPr>
          <a:xfrm>
            <a:off x="487892" y="735154"/>
            <a:ext cx="8432588" cy="417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206124-5436-35B1-9974-10E4988F1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4" y="1830304"/>
            <a:ext cx="10586720" cy="5027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42D4CB-5158-80B9-077A-B329FD2E9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360" y="814975"/>
            <a:ext cx="379800" cy="33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71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5E4E-420B-1835-B823-33D0A480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7DEE-D8D5-02E9-B11E-406F6570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V.lịch</a:t>
            </a:r>
            <a:r>
              <a:rPr lang="en-US" sz="2500" b="1" dirty="0"/>
              <a:t> </a:t>
            </a:r>
            <a:r>
              <a:rPr lang="en-US" sz="2500" b="1" dirty="0" err="1"/>
              <a:t>sử</a:t>
            </a:r>
            <a:r>
              <a:rPr lang="en-US" sz="2500" b="1" dirty="0"/>
              <a:t> </a:t>
            </a:r>
            <a:r>
              <a:rPr lang="en-US" sz="2500" b="1" dirty="0" err="1"/>
              <a:t>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xuất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C540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D70F7-03FE-5440-14D6-86C0FFCF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80" y="1540035"/>
            <a:ext cx="9316720" cy="5317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A4A43F-9357-02E1-80DC-14A73BD83052}"/>
              </a:ext>
            </a:extLst>
          </p:cNvPr>
          <p:cNvSpPr txBox="1"/>
          <p:nvPr/>
        </p:nvSpPr>
        <p:spPr>
          <a:xfrm>
            <a:off x="399288" y="2272914"/>
            <a:ext cx="2079752" cy="1156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 (1)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E91936-0B87-89CB-A102-4E94B8013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671" y="3114631"/>
            <a:ext cx="31436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11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9ED3-0152-5766-6585-5086FE75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21337-0078-BDC5-1AD9-9EB555F5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" y="23860"/>
            <a:ext cx="11527536" cy="7112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500" b="1" dirty="0" err="1"/>
              <a:t>V.lịch</a:t>
            </a:r>
            <a:r>
              <a:rPr lang="en-US" sz="2500" b="1" dirty="0"/>
              <a:t> </a:t>
            </a:r>
            <a:r>
              <a:rPr lang="en-US" sz="2500" b="1" dirty="0" err="1"/>
              <a:t>sử</a:t>
            </a:r>
            <a:r>
              <a:rPr lang="en-US" sz="2500" b="1" dirty="0"/>
              <a:t> </a:t>
            </a:r>
            <a:r>
              <a:rPr lang="en-US" sz="2500" b="1" dirty="0" err="1"/>
              <a:t>kiểm</a:t>
            </a:r>
            <a:r>
              <a:rPr lang="en-US" sz="2500" b="1" dirty="0"/>
              <a:t> </a:t>
            </a:r>
            <a:r>
              <a:rPr lang="en-US" sz="2500" b="1" dirty="0" err="1"/>
              <a:t>tra</a:t>
            </a:r>
            <a:r>
              <a:rPr lang="en-US" sz="2500" b="1" dirty="0"/>
              <a:t> </a:t>
            </a:r>
            <a:r>
              <a:rPr lang="en-US" sz="2500" b="1" dirty="0" err="1"/>
              <a:t>sản</a:t>
            </a:r>
            <a:r>
              <a:rPr lang="en-US" sz="2500" b="1" dirty="0"/>
              <a:t> </a:t>
            </a:r>
            <a:r>
              <a:rPr lang="en-US" sz="2500" b="1" dirty="0" err="1"/>
              <a:t>xuất</a:t>
            </a:r>
            <a:r>
              <a:rPr lang="en-US" sz="2500" b="1" dirty="0"/>
              <a:t>(</a:t>
            </a:r>
            <a:r>
              <a:rPr lang="en-US" sz="2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C540</a:t>
            </a:r>
            <a:r>
              <a:rPr lang="en-US" sz="2500" b="1" dirty="0"/>
              <a:t>)</a:t>
            </a:r>
            <a:endParaRPr lang="en-US" sz="25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BD443D-5C4E-61A1-3B83-1E98F0FDD8D5}"/>
              </a:ext>
            </a:extLst>
          </p:cNvPr>
          <p:cNvSpPr txBox="1"/>
          <p:nvPr/>
        </p:nvSpPr>
        <p:spPr>
          <a:xfrm>
            <a:off x="796118" y="559552"/>
            <a:ext cx="4598841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C530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6086F-F311-CE92-366E-895904AC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9" y="1270846"/>
            <a:ext cx="12132091" cy="56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31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51937-958A-7042-2397-C9BC7D7CA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F24B-3C59-32E2-B2E6-853D0365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93192"/>
            <a:ext cx="11256264" cy="82296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VI.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r>
              <a:rPr lang="en-US" b="1" dirty="0"/>
              <a:t>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C546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				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 err="1">
                <a:solidFill>
                  <a:srgbClr val="FF0000"/>
                </a:solidFill>
              </a:rPr>
              <a:t>Xuất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kho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b="1" dirty="0"/>
              <a:t>	</a:t>
            </a:r>
            <a:endParaRPr lang="en-US" sz="1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1266-3660-5DB3-A3C8-A22B70FD51E3}"/>
              </a:ext>
            </a:extLst>
          </p:cNvPr>
          <p:cNvSpPr txBox="1"/>
          <p:nvPr/>
        </p:nvSpPr>
        <p:spPr>
          <a:xfrm>
            <a:off x="534924" y="2914738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CE82E-ECEC-F17B-71A8-3B9C2E9220B0}"/>
              </a:ext>
            </a:extLst>
          </p:cNvPr>
          <p:cNvSpPr txBox="1"/>
          <p:nvPr/>
        </p:nvSpPr>
        <p:spPr>
          <a:xfrm>
            <a:off x="468700" y="3284070"/>
            <a:ext cx="3342882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C29B22-B2FF-D7EA-42B7-D933D78F9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8" y="4605146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1009B3-4CC7-EDD6-1194-85EE65237EAF}"/>
              </a:ext>
            </a:extLst>
          </p:cNvPr>
          <p:cNvSpPr txBox="1"/>
          <p:nvPr/>
        </p:nvSpPr>
        <p:spPr>
          <a:xfrm>
            <a:off x="603504" y="1169790"/>
            <a:ext cx="3415852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do C510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OQC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C510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35168E-11CB-998D-73FE-81E12FFB3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74" y="1216152"/>
            <a:ext cx="7642802" cy="533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6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01E1-63A1-B955-2630-0E32FDFD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966B16-D5A0-3E32-0683-D9AEC578D685}"/>
              </a:ext>
            </a:extLst>
          </p:cNvPr>
          <p:cNvSpPr txBox="1"/>
          <p:nvPr/>
        </p:nvSpPr>
        <p:spPr>
          <a:xfrm>
            <a:off x="399288" y="425546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BC94B-606E-38E3-2DF6-8D24D2E61C60}"/>
              </a:ext>
            </a:extLst>
          </p:cNvPr>
          <p:cNvSpPr txBox="1"/>
          <p:nvPr/>
        </p:nvSpPr>
        <p:spPr>
          <a:xfrm>
            <a:off x="425487" y="1176634"/>
            <a:ext cx="2439163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b1.  Sau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ESR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b3.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       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C42E5D-0B01-B74A-5EAE-0E7AD060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76" y="2249250"/>
            <a:ext cx="374403" cy="2836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6FCB50-B887-A1EA-AE54-9E308A14E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527" y="425546"/>
            <a:ext cx="8630412" cy="607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8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19A3E-6523-5545-C2F2-8C796985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3BA372-9B11-1185-1D03-BC6958CABC60}"/>
              </a:ext>
            </a:extLst>
          </p:cNvPr>
          <p:cNvSpPr txBox="1"/>
          <p:nvPr/>
        </p:nvSpPr>
        <p:spPr>
          <a:xfrm>
            <a:off x="563551" y="2068403"/>
            <a:ext cx="569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8B43E-519F-8A00-523F-EC8A1AE4E959}"/>
              </a:ext>
            </a:extLst>
          </p:cNvPr>
          <p:cNvSpPr txBox="1"/>
          <p:nvPr/>
        </p:nvSpPr>
        <p:spPr>
          <a:xfrm>
            <a:off x="563551" y="2531986"/>
            <a:ext cx="2953053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a)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barcode</a:t>
            </a:r>
          </a:p>
          <a:p>
            <a:pPr>
              <a:lnSpc>
                <a:spcPct val="150000"/>
              </a:lnSpc>
            </a:pPr>
            <a:endParaRPr lang="en-US" sz="1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-&gt;   Sau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CB2748-CFA2-654F-D43B-1605F9DA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92" y="3878477"/>
            <a:ext cx="352425" cy="31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49D6F-6C2D-4E09-F62F-1236A0C59D33}"/>
              </a:ext>
            </a:extLst>
          </p:cNvPr>
          <p:cNvSpPr txBox="1"/>
          <p:nvPr/>
        </p:nvSpPr>
        <p:spPr>
          <a:xfrm>
            <a:off x="563551" y="1212455"/>
            <a:ext cx="3415852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C546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5DD8C35-400A-9675-A5B4-1E878C908520}"/>
              </a:ext>
            </a:extLst>
          </p:cNvPr>
          <p:cNvSpPr txBox="1">
            <a:spLocks/>
          </p:cNvSpPr>
          <p:nvPr/>
        </p:nvSpPr>
        <p:spPr>
          <a:xfrm>
            <a:off x="603504" y="393192"/>
            <a:ext cx="11256264" cy="822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b="1" dirty="0"/>
              <a:t>VII.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tra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mẫu</a:t>
            </a:r>
            <a:r>
              <a:rPr lang="en-US" b="1" dirty="0"/>
              <a:t>(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C541</a:t>
            </a:r>
            <a:r>
              <a:rPr lang="en-US" b="1" dirty="0"/>
              <a:t>)</a:t>
            </a:r>
            <a:br>
              <a:rPr lang="en-US" b="1" dirty="0"/>
            </a:br>
            <a:r>
              <a:rPr lang="en-US" b="1" dirty="0"/>
              <a:t>				</a:t>
            </a:r>
            <a:r>
              <a:rPr lang="en-US" sz="1800" b="1" dirty="0">
                <a:solidFill>
                  <a:srgbClr val="FF0000"/>
                </a:solidFill>
              </a:rPr>
              <a:t>(</a:t>
            </a:r>
            <a:r>
              <a:rPr lang="en-US" sz="1800" b="1" dirty="0" err="1">
                <a:solidFill>
                  <a:srgbClr val="FF0000"/>
                </a:solidFill>
              </a:rPr>
              <a:t>Xuất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kho</a:t>
            </a:r>
            <a:r>
              <a:rPr lang="en-US" sz="1800" b="1" dirty="0">
                <a:solidFill>
                  <a:srgbClr val="FF0000"/>
                </a:solidFill>
              </a:rPr>
              <a:t>)</a:t>
            </a:r>
            <a:r>
              <a:rPr lang="en-US" sz="1800" b="1" dirty="0"/>
              <a:t>	</a:t>
            </a:r>
            <a:endParaRPr lang="en-US" sz="1800" b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A9B4FA-5640-12FA-35F1-7829E69E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370" y="1212455"/>
            <a:ext cx="7956759" cy="53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41226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1073</Words>
  <Application>Microsoft Office PowerPoint</Application>
  <PresentationFormat>Widescreen</PresentationFormat>
  <Paragraphs>106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Goudy Old Style</vt:lpstr>
      <vt:lpstr>Symbol</vt:lpstr>
      <vt:lpstr>Times New Roman</vt:lpstr>
      <vt:lpstr>Univers Light</vt:lpstr>
      <vt:lpstr>PoiseVTI</vt:lpstr>
      <vt:lpstr>Quy Trình nhập Liệu QC</vt:lpstr>
      <vt:lpstr>Quy trình</vt:lpstr>
      <vt:lpstr>I. Quản LÝ hạng mục/Nhóm kiểm tra IQC và OQC</vt:lpstr>
      <vt:lpstr>PowerPoint Presentation</vt:lpstr>
      <vt:lpstr>PowerPoint Presentation</vt:lpstr>
      <vt:lpstr>PowerPoint Presentation</vt:lpstr>
      <vt:lpstr>II.Thiết lập Hạng mục theo từng sản phẩm(C151)</vt:lpstr>
      <vt:lpstr>II.Thiết lập Hạng mục theo từng sản phẩm(C151)</vt:lpstr>
      <vt:lpstr>II.Thiết lập Hạng mục theo từng sản phẩm(C151)</vt:lpstr>
      <vt:lpstr>II.Thiết lập Hạng mục theo từng sản phẩm(C151)</vt:lpstr>
      <vt:lpstr>III.Quản lý Lot kiểm tra sản phẩm(C512)</vt:lpstr>
      <vt:lpstr>III.Quản lý Lot kiểm tra sản phẩm(C512)</vt:lpstr>
      <vt:lpstr>IV.kiểm tra sản phẩm theo từng mẫu(C530)</vt:lpstr>
      <vt:lpstr>IV.kiểm tra sản phẩm theo từng mẫu(C530)</vt:lpstr>
      <vt:lpstr>IV.kiểm tra sản phẩm theo từng mẫu(C530)</vt:lpstr>
      <vt:lpstr>IV.kiểm tra sản phẩm theo từng mẫu(C530)</vt:lpstr>
      <vt:lpstr>V.lịch sử kiểm tra sản xuất(C540)</vt:lpstr>
      <vt:lpstr>V.lịch sử kiểm tra sản xuất(C540)</vt:lpstr>
      <vt:lpstr>VI. Kiểm tra sản phẩm theo từng (C546)     (Xuất kho)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DI JAN</cp:lastModifiedBy>
  <cp:revision>14</cp:revision>
  <dcterms:created xsi:type="dcterms:W3CDTF">2024-11-11T07:28:55Z</dcterms:created>
  <dcterms:modified xsi:type="dcterms:W3CDTF">2025-01-11T06:55:07Z</dcterms:modified>
</cp:coreProperties>
</file>