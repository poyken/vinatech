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notesMasterIdLst>
    <p:notesMasterId r:id="rId8"/>
  </p:notesMasterIdLst>
  <p:sldIdLst>
    <p:sldId id="256" r:id="rId2"/>
    <p:sldId id="295" r:id="rId3"/>
    <p:sldId id="292" r:id="rId4"/>
    <p:sldId id="294" r:id="rId5"/>
    <p:sldId id="296" r:id="rId6"/>
    <p:sldId id="29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9E6"/>
    <a:srgbClr val="FF99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65420-464B-43DC-AAFB-989FC49D2D99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6C847-AE22-46BF-9DC4-44830D123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33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64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14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2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07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3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9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4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53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6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71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0" r:id="rId6"/>
    <p:sldLayoutId id="2147483766" r:id="rId7"/>
    <p:sldLayoutId id="2147483767" r:id="rId8"/>
    <p:sldLayoutId id="2147483768" r:id="rId9"/>
    <p:sldLayoutId id="2147483769" r:id="rId10"/>
    <p:sldLayoutId id="214748377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7E26772-EAFC-10BB-4659-99BF2A8A1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AEFA6A-E623-CF1A-3DDF-C38D3A7E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3335" y="952194"/>
            <a:ext cx="4140682" cy="49584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269A5-FF2D-F7BE-4BD5-86E842FEF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1" y="1564640"/>
            <a:ext cx="3803350" cy="3023052"/>
          </a:xfrm>
        </p:spPr>
        <p:txBody>
          <a:bodyPr anchor="ctr">
            <a:normAutofit/>
          </a:bodyPr>
          <a:lstStyle/>
          <a:p>
            <a:r>
              <a:rPr lang="en-US" sz="3600" dirty="0" err="1"/>
              <a:t>Hướng</a:t>
            </a:r>
            <a:r>
              <a:rPr lang="en-US" sz="3600" dirty="0"/>
              <a:t> </a:t>
            </a:r>
            <a:r>
              <a:rPr lang="en-US" sz="3600" dirty="0" err="1"/>
              <a:t>dẫn</a:t>
            </a:r>
            <a:r>
              <a:rPr lang="en-US" sz="3600" dirty="0"/>
              <a:t> </a:t>
            </a:r>
            <a:r>
              <a:rPr lang="en-US" sz="3600" dirty="0" err="1"/>
              <a:t>quy</a:t>
            </a:r>
            <a:r>
              <a:rPr lang="en-US" sz="3600" dirty="0"/>
              <a:t> </a:t>
            </a:r>
            <a:r>
              <a:rPr lang="en-US" sz="3600" dirty="0" err="1"/>
              <a:t>trình</a:t>
            </a:r>
            <a:r>
              <a:rPr lang="en-US" sz="3600" dirty="0"/>
              <a:t> </a:t>
            </a:r>
            <a:r>
              <a:rPr lang="en-US" sz="3600" dirty="0" err="1"/>
              <a:t>mới</a:t>
            </a:r>
            <a:r>
              <a:rPr lang="en-US" sz="3600" dirty="0"/>
              <a:t> B523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A3248-AB51-3CD4-D600-621571EF0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4587692"/>
            <a:ext cx="3119010" cy="1013687"/>
          </a:xfrm>
        </p:spPr>
        <p:txBody>
          <a:bodyPr anchor="b">
            <a:normAutofit/>
          </a:bodyPr>
          <a:lstStyle/>
          <a:p>
            <a:r>
              <a:rPr lang="en-US" dirty="0"/>
              <a:t>Created by EA Vietnam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F20321-16A0-BC34-9658-EBA43B121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310" y="951418"/>
            <a:ext cx="5822282" cy="312663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335EF4A-C5DB-21B4-D51C-A6919B6DB1E4}"/>
              </a:ext>
            </a:extLst>
          </p:cNvPr>
          <p:cNvSpPr txBox="1">
            <a:spLocks/>
          </p:cNvSpPr>
          <p:nvPr/>
        </p:nvSpPr>
        <p:spPr>
          <a:xfrm>
            <a:off x="5283683" y="4500880"/>
            <a:ext cx="6310909" cy="187497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3200" kern="1200" cap="all" spc="5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 </a:t>
            </a:r>
            <a:r>
              <a:rPr lang="en-US" dirty="0" err="1"/>
              <a:t>Tem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chia Box</a:t>
            </a:r>
          </a:p>
        </p:txBody>
      </p:sp>
    </p:spTree>
    <p:extLst>
      <p:ext uri="{BB962C8B-B14F-4D97-AF65-F5344CB8AC3E}">
        <p14:creationId xmlns:p14="http://schemas.microsoft.com/office/powerpoint/2010/main" val="237535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3A93C-D28A-E0BF-AF3F-552390AFC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BAC76-BE41-F9ED-8F19-83A296505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I. IN </a:t>
            </a:r>
            <a:r>
              <a:rPr lang="en-US" b="1" dirty="0" err="1"/>
              <a:t>Tem</a:t>
            </a:r>
            <a:r>
              <a:rPr lang="en-US" b="1" dirty="0"/>
              <a:t> BOX TO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EE0396-3F26-0892-F957-1B02FCC15655}"/>
              </a:ext>
            </a:extLst>
          </p:cNvPr>
          <p:cNvSpPr txBox="1"/>
          <p:nvPr/>
        </p:nvSpPr>
        <p:spPr>
          <a:xfrm>
            <a:off x="420624" y="2395756"/>
            <a:ext cx="3927856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B523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gộp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box,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box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7FCA7D-EEA0-C874-859F-44E2D78A626C}"/>
              </a:ext>
            </a:extLst>
          </p:cNvPr>
          <p:cNvSpPr txBox="1"/>
          <p:nvPr/>
        </p:nvSpPr>
        <p:spPr>
          <a:xfrm>
            <a:off x="420623" y="4032858"/>
            <a:ext cx="3927856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click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D125DF-1C83-2899-E3DF-771B25099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480" y="1649641"/>
            <a:ext cx="7776434" cy="5145568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3F786C-3B25-B140-032E-2FFBE95A2284}"/>
              </a:ext>
            </a:extLst>
          </p:cNvPr>
          <p:cNvSpPr txBox="1"/>
          <p:nvPr/>
        </p:nvSpPr>
        <p:spPr>
          <a:xfrm>
            <a:off x="420623" y="855720"/>
            <a:ext cx="9609201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6541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56B81-147C-27CC-DFD4-61AB056E4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4B359-ECC2-1BE0-9EE6-1D47291B3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I. IN </a:t>
            </a:r>
            <a:r>
              <a:rPr lang="en-US" b="1" dirty="0" err="1"/>
              <a:t>Tem</a:t>
            </a:r>
            <a:r>
              <a:rPr lang="en-US" b="1" dirty="0"/>
              <a:t> BOX TO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32A4E1-C71E-4201-FEA1-F53DDB95B776}"/>
              </a:ext>
            </a:extLst>
          </p:cNvPr>
          <p:cNvSpPr txBox="1"/>
          <p:nvPr/>
        </p:nvSpPr>
        <p:spPr>
          <a:xfrm>
            <a:off x="603504" y="850566"/>
            <a:ext cx="8694801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 Ý: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969DF06-EDF2-C1CC-F4EE-47A259BCF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561690"/>
              </p:ext>
            </p:extLst>
          </p:nvPr>
        </p:nvGraphicFramePr>
        <p:xfrm>
          <a:off x="603504" y="1576915"/>
          <a:ext cx="10521696" cy="4633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0848">
                  <a:extLst>
                    <a:ext uri="{9D8B030D-6E8A-4147-A177-3AD203B41FA5}">
                      <a16:colId xmlns:a16="http://schemas.microsoft.com/office/drawing/2014/main" val="61047999"/>
                    </a:ext>
                  </a:extLst>
                </a:gridCol>
                <a:gridCol w="5260848">
                  <a:extLst>
                    <a:ext uri="{9D8B030D-6E8A-4147-A177-3AD203B41FA5}">
                      <a16:colId xmlns:a16="http://schemas.microsoft.com/office/drawing/2014/main" val="1943728557"/>
                    </a:ext>
                  </a:extLst>
                </a:gridCol>
              </a:tblGrid>
              <a:tr h="89720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Chỉ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được</a:t>
                      </a:r>
                      <a:r>
                        <a:rPr lang="en-US" dirty="0"/>
                        <a:t> in </a:t>
                      </a:r>
                      <a:r>
                        <a:rPr lang="en-US" dirty="0" err="1"/>
                        <a:t>tem</a:t>
                      </a:r>
                      <a:r>
                        <a:rPr lang="en-US" dirty="0"/>
                        <a:t> 1 </a:t>
                      </a:r>
                      <a:r>
                        <a:rPr lang="en-US" dirty="0" err="1"/>
                        <a:t>lần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Phải</a:t>
                      </a:r>
                      <a:r>
                        <a:rPr lang="en-US" dirty="0"/>
                        <a:t> In </a:t>
                      </a:r>
                      <a:r>
                        <a:rPr lang="en-US" dirty="0" err="1"/>
                        <a:t>tem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trước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khi</a:t>
                      </a:r>
                      <a:r>
                        <a:rPr lang="en-US" dirty="0"/>
                        <a:t> chia box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784307"/>
                  </a:ext>
                </a:extLst>
              </a:tr>
              <a:tr h="3736185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Chỉ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được</a:t>
                      </a:r>
                      <a:r>
                        <a:rPr lang="en-US" dirty="0"/>
                        <a:t> in </a:t>
                      </a:r>
                      <a:r>
                        <a:rPr lang="en-US" dirty="0" err="1"/>
                        <a:t>tem</a:t>
                      </a:r>
                      <a:r>
                        <a:rPr lang="en-US" dirty="0"/>
                        <a:t> 1 </a:t>
                      </a:r>
                      <a:r>
                        <a:rPr lang="en-US" dirty="0" err="1"/>
                        <a:t>lần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duy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nhất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nếu</a:t>
                      </a:r>
                      <a:r>
                        <a:rPr lang="en-US" dirty="0"/>
                        <a:t> in </a:t>
                      </a:r>
                      <a:r>
                        <a:rPr lang="en-US" dirty="0" err="1"/>
                        <a:t>tiếp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sẽ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hiện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báo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lỗi</a:t>
                      </a:r>
                      <a:endParaRPr lang="en-US" dirty="0"/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Nếu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muốn</a:t>
                      </a:r>
                      <a:r>
                        <a:rPr lang="en-US" dirty="0"/>
                        <a:t> in </a:t>
                      </a:r>
                      <a:r>
                        <a:rPr lang="en-US" dirty="0" err="1"/>
                        <a:t>lần</a:t>
                      </a:r>
                      <a:r>
                        <a:rPr lang="en-US" dirty="0"/>
                        <a:t> 2, </a:t>
                      </a:r>
                      <a:r>
                        <a:rPr lang="en-US" dirty="0" err="1"/>
                        <a:t>phải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liên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hệ</a:t>
                      </a:r>
                      <a:r>
                        <a:rPr lang="en-US" dirty="0"/>
                        <a:t> EA team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 err="1"/>
                        <a:t>Trước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muốn</a:t>
                      </a:r>
                      <a:r>
                        <a:rPr lang="en-US" dirty="0"/>
                        <a:t> Chia box, </a:t>
                      </a:r>
                      <a:r>
                        <a:rPr lang="en-US" dirty="0" err="1"/>
                        <a:t>phải</a:t>
                      </a:r>
                      <a:r>
                        <a:rPr lang="en-US" dirty="0"/>
                        <a:t> in </a:t>
                      </a:r>
                      <a:r>
                        <a:rPr lang="en-US" dirty="0" err="1"/>
                        <a:t>tem</a:t>
                      </a:r>
                      <a:r>
                        <a:rPr lang="en-US" dirty="0"/>
                        <a:t> box to </a:t>
                      </a:r>
                      <a:r>
                        <a:rPr lang="en-US" dirty="0" err="1"/>
                        <a:t>trước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nếu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sẽ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không</a:t>
                      </a:r>
                      <a:r>
                        <a:rPr lang="en-US" dirty="0"/>
                        <a:t> chia </a:t>
                      </a:r>
                      <a:r>
                        <a:rPr lang="en-US" dirty="0" err="1"/>
                        <a:t>đc</a:t>
                      </a:r>
                      <a:r>
                        <a:rPr lang="en-US" dirty="0"/>
                        <a:t> box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526112"/>
                  </a:ext>
                </a:extLst>
              </a:tr>
            </a:tbl>
          </a:graphicData>
        </a:graphic>
      </p:graphicFrame>
      <p:pic>
        <p:nvPicPr>
          <p:cNvPr id="14" name="그림 3">
            <a:extLst>
              <a:ext uri="{FF2B5EF4-FFF2-40B4-BE49-F238E27FC236}">
                <a16:creationId xmlns:a16="http://schemas.microsoft.com/office/drawing/2014/main" id="{601DC98E-9AFA-F329-D816-2F00C628C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25" y="4810576"/>
            <a:ext cx="4991325" cy="653776"/>
          </a:xfrm>
          <a:prstGeom prst="rect">
            <a:avLst/>
          </a:prstGeom>
        </p:spPr>
      </p:pic>
      <p:pic>
        <p:nvPicPr>
          <p:cNvPr id="15" name="그림 2">
            <a:extLst>
              <a:ext uri="{FF2B5EF4-FFF2-40B4-BE49-F238E27FC236}">
                <a16:creationId xmlns:a16="http://schemas.microsoft.com/office/drawing/2014/main" id="{955044DD-4CFA-111D-1B1B-C8CA36C38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352" y="4873134"/>
            <a:ext cx="5235398" cy="52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584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1E04E-4073-CA21-A044-2E7C69065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76223-044C-DBF5-FB76-8CCF4022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II. Chia box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FA4D91-4782-F16E-0154-5577128B4D1A}"/>
              </a:ext>
            </a:extLst>
          </p:cNvPr>
          <p:cNvSpPr txBox="1"/>
          <p:nvPr/>
        </p:nvSpPr>
        <p:spPr>
          <a:xfrm>
            <a:off x="420624" y="1788160"/>
            <a:ext cx="3927856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 box: 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PackingID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Chia box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F943FD-6053-4C8D-54CF-37798640B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098" y="2739599"/>
            <a:ext cx="952603" cy="3376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0D72B1-8125-2B6B-8D1F-9E9460A29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4" y="1359534"/>
            <a:ext cx="7514813" cy="4778935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9483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BB52A-2E90-8F04-0344-6350E77A5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CA2F-5B4C-866C-B075-DECDAA906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II. Chia box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BE52B3-367C-0443-CE16-CF91AD8C251C}"/>
              </a:ext>
            </a:extLst>
          </p:cNvPr>
          <p:cNvSpPr txBox="1"/>
          <p:nvPr/>
        </p:nvSpPr>
        <p:spPr>
          <a:xfrm>
            <a:off x="603504" y="1791004"/>
            <a:ext cx="3927856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box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</a:t>
            </a:r>
          </a:p>
        </p:txBody>
      </p:sp>
      <p:pic>
        <p:nvPicPr>
          <p:cNvPr id="3" name="그림 4">
            <a:extLst>
              <a:ext uri="{FF2B5EF4-FFF2-40B4-BE49-F238E27FC236}">
                <a16:creationId xmlns:a16="http://schemas.microsoft.com/office/drawing/2014/main" id="{FB3AB5DA-8053-DFD7-369B-F1CC8264C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032" y="1791004"/>
            <a:ext cx="4010585" cy="990746"/>
          </a:xfrm>
          <a:prstGeom prst="rect">
            <a:avLst/>
          </a:prstGeom>
        </p:spPr>
      </p:pic>
      <p:pic>
        <p:nvPicPr>
          <p:cNvPr id="4" name="그림 5">
            <a:extLst>
              <a:ext uri="{FF2B5EF4-FFF2-40B4-BE49-F238E27FC236}">
                <a16:creationId xmlns:a16="http://schemas.microsoft.com/office/drawing/2014/main" id="{37DEC990-53C1-ADE4-D7E0-D896A472E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775" y="3703740"/>
            <a:ext cx="7040118" cy="2152968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E1B932-304B-9A77-F561-21A87048E5D9}"/>
              </a:ext>
            </a:extLst>
          </p:cNvPr>
          <p:cNvSpPr txBox="1"/>
          <p:nvPr/>
        </p:nvSpPr>
        <p:spPr>
          <a:xfrm>
            <a:off x="603504" y="4551187"/>
            <a:ext cx="2749296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799899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A649F-2BF4-B48A-6778-316B0B5ED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465EC-0AA6-CFB8-F72A-72966069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II. Chia box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A804F5-7E0E-3CB5-0C21-040255759C71}"/>
              </a:ext>
            </a:extLst>
          </p:cNvPr>
          <p:cNvSpPr txBox="1"/>
          <p:nvPr/>
        </p:nvSpPr>
        <p:spPr>
          <a:xfrm>
            <a:off x="603504" y="850566"/>
            <a:ext cx="8694801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 Ý: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ABBD455-47C2-DD5A-DA67-985F8958C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677996"/>
              </p:ext>
            </p:extLst>
          </p:nvPr>
        </p:nvGraphicFramePr>
        <p:xfrm>
          <a:off x="603504" y="1576915"/>
          <a:ext cx="10521696" cy="4633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0848">
                  <a:extLst>
                    <a:ext uri="{9D8B030D-6E8A-4147-A177-3AD203B41FA5}">
                      <a16:colId xmlns:a16="http://schemas.microsoft.com/office/drawing/2014/main" val="61047999"/>
                    </a:ext>
                  </a:extLst>
                </a:gridCol>
                <a:gridCol w="5260848">
                  <a:extLst>
                    <a:ext uri="{9D8B030D-6E8A-4147-A177-3AD203B41FA5}">
                      <a16:colId xmlns:a16="http://schemas.microsoft.com/office/drawing/2014/main" val="1943728557"/>
                    </a:ext>
                  </a:extLst>
                </a:gridCol>
              </a:tblGrid>
              <a:tr h="89720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Chỉ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được</a:t>
                      </a:r>
                      <a:r>
                        <a:rPr lang="en-US" dirty="0"/>
                        <a:t> in </a:t>
                      </a:r>
                      <a:r>
                        <a:rPr lang="en-US" dirty="0" err="1"/>
                        <a:t>tem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nhỏ</a:t>
                      </a:r>
                      <a:r>
                        <a:rPr lang="en-US" dirty="0"/>
                        <a:t> 1 </a:t>
                      </a:r>
                      <a:r>
                        <a:rPr lang="en-US" dirty="0" err="1"/>
                        <a:t>lần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Phải</a:t>
                      </a:r>
                      <a:r>
                        <a:rPr lang="en-US" dirty="0"/>
                        <a:t> In </a:t>
                      </a:r>
                      <a:r>
                        <a:rPr lang="en-US" dirty="0" err="1"/>
                        <a:t>tem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trước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khi</a:t>
                      </a:r>
                      <a:r>
                        <a:rPr lang="en-US" dirty="0"/>
                        <a:t> chia box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784307"/>
                  </a:ext>
                </a:extLst>
              </a:tr>
              <a:tr h="3736185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Chỉ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được</a:t>
                      </a:r>
                      <a:r>
                        <a:rPr lang="en-US" dirty="0"/>
                        <a:t> in </a:t>
                      </a:r>
                      <a:r>
                        <a:rPr lang="en-US" dirty="0" err="1"/>
                        <a:t>tem</a:t>
                      </a:r>
                      <a:r>
                        <a:rPr lang="en-US" dirty="0"/>
                        <a:t> 1 </a:t>
                      </a:r>
                      <a:r>
                        <a:rPr lang="en-US" dirty="0" err="1"/>
                        <a:t>lần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duy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nhất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nếu</a:t>
                      </a:r>
                      <a:r>
                        <a:rPr lang="en-US" dirty="0"/>
                        <a:t> in </a:t>
                      </a:r>
                      <a:r>
                        <a:rPr lang="en-US" dirty="0" err="1"/>
                        <a:t>tiếp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sẽ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hiện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báo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lỗi</a:t>
                      </a:r>
                      <a:endParaRPr lang="en-US" dirty="0"/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Nếu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muốn</a:t>
                      </a:r>
                      <a:r>
                        <a:rPr lang="en-US" dirty="0"/>
                        <a:t> in </a:t>
                      </a:r>
                      <a:r>
                        <a:rPr lang="en-US" dirty="0" err="1"/>
                        <a:t>lần</a:t>
                      </a:r>
                      <a:r>
                        <a:rPr lang="en-US" dirty="0"/>
                        <a:t> 2, </a:t>
                      </a:r>
                      <a:r>
                        <a:rPr lang="en-US" dirty="0" err="1"/>
                        <a:t>phải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liên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hệ</a:t>
                      </a:r>
                      <a:r>
                        <a:rPr lang="en-US" dirty="0"/>
                        <a:t> EA team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 err="1"/>
                        <a:t>Trước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muốn</a:t>
                      </a:r>
                      <a:r>
                        <a:rPr lang="en-US" dirty="0"/>
                        <a:t> Chia box </a:t>
                      </a:r>
                      <a:r>
                        <a:rPr lang="en-US" dirty="0" err="1"/>
                        <a:t>tiếp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phải</a:t>
                      </a:r>
                      <a:r>
                        <a:rPr lang="en-US" dirty="0"/>
                        <a:t> in </a:t>
                      </a:r>
                      <a:r>
                        <a:rPr lang="en-US" dirty="0" err="1"/>
                        <a:t>tem</a:t>
                      </a:r>
                      <a:r>
                        <a:rPr lang="en-US" dirty="0"/>
                        <a:t> box </a:t>
                      </a:r>
                      <a:r>
                        <a:rPr lang="en-US" dirty="0" err="1"/>
                        <a:t>nhỏ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trước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nếu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sẽ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không</a:t>
                      </a:r>
                      <a:r>
                        <a:rPr lang="en-US" dirty="0"/>
                        <a:t> chia </a:t>
                      </a:r>
                      <a:r>
                        <a:rPr lang="en-US" dirty="0" err="1"/>
                        <a:t>đc</a:t>
                      </a:r>
                      <a:r>
                        <a:rPr lang="en-US" dirty="0"/>
                        <a:t> box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526112"/>
                  </a:ext>
                </a:extLst>
              </a:tr>
            </a:tbl>
          </a:graphicData>
        </a:graphic>
      </p:graphicFrame>
      <p:pic>
        <p:nvPicPr>
          <p:cNvPr id="14" name="그림 3">
            <a:extLst>
              <a:ext uri="{FF2B5EF4-FFF2-40B4-BE49-F238E27FC236}">
                <a16:creationId xmlns:a16="http://schemas.microsoft.com/office/drawing/2014/main" id="{16FEED42-F388-B657-8481-3BC94C435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25" y="4810576"/>
            <a:ext cx="4991325" cy="653776"/>
          </a:xfrm>
          <a:prstGeom prst="rect">
            <a:avLst/>
          </a:prstGeom>
        </p:spPr>
      </p:pic>
      <p:pic>
        <p:nvPicPr>
          <p:cNvPr id="15" name="그림 2">
            <a:extLst>
              <a:ext uri="{FF2B5EF4-FFF2-40B4-BE49-F238E27FC236}">
                <a16:creationId xmlns:a16="http://schemas.microsoft.com/office/drawing/2014/main" id="{C2EEFFFD-6572-317C-4AE1-CCEEDABE4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352" y="4873134"/>
            <a:ext cx="5235398" cy="52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911239"/>
      </p:ext>
    </p:extLst>
  </p:cSld>
  <p:clrMapOvr>
    <a:masterClrMapping/>
  </p:clrMapOvr>
</p:sld>
</file>

<file path=ppt/theme/theme1.xml><?xml version="1.0" encoding="utf-8"?>
<a:theme xmlns:a="http://schemas.openxmlformats.org/drawingml/2006/main" name="PoiseVTI">
  <a:themeElements>
    <a:clrScheme name="Poise">
      <a:dk1>
        <a:sysClr val="windowText" lastClr="000000"/>
      </a:dk1>
      <a:lt1>
        <a:sysClr val="window" lastClr="FFFFFF"/>
      </a:lt1>
      <a:dk2>
        <a:srgbClr val="403739"/>
      </a:dk2>
      <a:lt2>
        <a:srgbClr val="F4E9E6"/>
      </a:lt2>
      <a:accent1>
        <a:srgbClr val="B18083"/>
      </a:accent1>
      <a:accent2>
        <a:srgbClr val="C17A69"/>
      </a:accent2>
      <a:accent3>
        <a:srgbClr val="CE9573"/>
      </a:accent3>
      <a:accent4>
        <a:srgbClr val="82907A"/>
      </a:accent4>
      <a:accent5>
        <a:srgbClr val="9A9966"/>
      </a:accent5>
      <a:accent6>
        <a:srgbClr val="AB9955"/>
      </a:accent6>
      <a:hlink>
        <a:srgbClr val="A97979"/>
      </a:hlink>
      <a:folHlink>
        <a:srgbClr val="BB7563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2145</TotalTime>
  <Words>257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Goudy Old Style</vt:lpstr>
      <vt:lpstr>Times New Roman</vt:lpstr>
      <vt:lpstr>Univers Light</vt:lpstr>
      <vt:lpstr>PoiseVTI</vt:lpstr>
      <vt:lpstr>Hướng dẫn quy trình mới B523</vt:lpstr>
      <vt:lpstr>I. IN Tem BOX TO</vt:lpstr>
      <vt:lpstr>I. IN Tem BOX TO</vt:lpstr>
      <vt:lpstr>II. Chia box</vt:lpstr>
      <vt:lpstr>II. Chia box</vt:lpstr>
      <vt:lpstr>II. Chia box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Tech13 Vina</dc:creator>
  <cp:lastModifiedBy>DI JAN</cp:lastModifiedBy>
  <cp:revision>24</cp:revision>
  <dcterms:created xsi:type="dcterms:W3CDTF">2024-11-11T07:28:55Z</dcterms:created>
  <dcterms:modified xsi:type="dcterms:W3CDTF">2025-03-10T01:37:36Z</dcterms:modified>
</cp:coreProperties>
</file>