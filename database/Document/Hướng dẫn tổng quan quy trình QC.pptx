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7" r:id="rId2"/>
    <p:sldId id="294" r:id="rId3"/>
    <p:sldId id="295" r:id="rId4"/>
    <p:sldId id="296" r:id="rId5"/>
    <p:sldId id="264" r:id="rId6"/>
  </p:sldIdLst>
  <p:sldSz cx="18288000" cy="10287000"/>
  <p:notesSz cx="6858000" cy="9144000"/>
  <p:embeddedFontLst>
    <p:embeddedFont>
      <p:font typeface="Cabin Bold" panose="020B0604020202020204" charset="0"/>
      <p:regular r:id="rId8"/>
    </p:embeddedFont>
    <p:embeddedFont>
      <p:font typeface="Cabin Semi-Bold" panose="020B0604020202020204" charset="0"/>
      <p:regular r:id="rId9"/>
    </p:embeddedFont>
    <p:embeddedFont>
      <p:font typeface="Muli" panose="020B0604020202020204" charset="0"/>
      <p:regular r:id="rId10"/>
    </p:embeddedFont>
    <p:embeddedFont>
      <p:font typeface="Muli Semi-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2C165-BFE1-4CEB-9123-34DC1ADB515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043C9-5A64-43BB-9E26-D2EDE6D25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29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043C9-5A64-43BB-9E26-D2EDE6D25D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24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043C9-5A64-43BB-9E26-D2EDE6D25D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69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043C9-5A64-43BB-9E26-D2EDE6D25D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15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3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2" Type="http://schemas.openxmlformats.org/officeDocument/2006/relationships/image" Target="../media/image6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40" Type="http://schemas.openxmlformats.org/officeDocument/2006/relationships/image" Target="../media/image41.png"/><Relationship Id="rId5" Type="http://schemas.openxmlformats.org/officeDocument/2006/relationships/image" Target="../media/image9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10" Type="http://schemas.openxmlformats.org/officeDocument/2006/relationships/image" Target="../media/image4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5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8" Type="http://schemas.openxmlformats.org/officeDocument/2006/relationships/image" Target="../media/image12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712502"/>
            <a:ext cx="1595395" cy="1595395"/>
          </a:xfrm>
          <a:custGeom>
            <a:avLst/>
            <a:gdLst/>
            <a:ahLst/>
            <a:cxnLst/>
            <a:rect l="l" t="t" r="r" b="b"/>
            <a:pathLst>
              <a:path w="1595395" h="1595395">
                <a:moveTo>
                  <a:pt x="0" y="0"/>
                </a:moveTo>
                <a:lnTo>
                  <a:pt x="1595395" y="0"/>
                </a:lnTo>
                <a:lnTo>
                  <a:pt x="1595395" y="1595395"/>
                </a:lnTo>
                <a:lnTo>
                  <a:pt x="0" y="15953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4967902"/>
            <a:ext cx="1339996" cy="133999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729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44792" y="5247713"/>
            <a:ext cx="754347" cy="768761"/>
          </a:xfrm>
          <a:custGeom>
            <a:avLst/>
            <a:gdLst/>
            <a:ahLst/>
            <a:cxnLst/>
            <a:rect l="l" t="t" r="r" b="b"/>
            <a:pathLst>
              <a:path w="754347" h="768761">
                <a:moveTo>
                  <a:pt x="0" y="0"/>
                </a:moveTo>
                <a:lnTo>
                  <a:pt x="754346" y="0"/>
                </a:lnTo>
                <a:lnTo>
                  <a:pt x="754346" y="768761"/>
                </a:lnTo>
                <a:lnTo>
                  <a:pt x="0" y="7687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2463946" y="4980480"/>
            <a:ext cx="5138582" cy="1314839"/>
            <a:chOff x="0" y="0"/>
            <a:chExt cx="1353371" cy="3462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53371" cy="346295"/>
            </a:xfrm>
            <a:custGeom>
              <a:avLst/>
              <a:gdLst/>
              <a:ahLst/>
              <a:cxnLst/>
              <a:rect l="l" t="t" r="r" b="b"/>
              <a:pathLst>
                <a:path w="1353371" h="346295">
                  <a:moveTo>
                    <a:pt x="131076" y="0"/>
                  </a:moveTo>
                  <a:lnTo>
                    <a:pt x="1222295" y="0"/>
                  </a:lnTo>
                  <a:cubicBezTo>
                    <a:pt x="1257058" y="0"/>
                    <a:pt x="1290398" y="13810"/>
                    <a:pt x="1314980" y="38391"/>
                  </a:cubicBezTo>
                  <a:cubicBezTo>
                    <a:pt x="1339561" y="62973"/>
                    <a:pt x="1353371" y="96313"/>
                    <a:pt x="1353371" y="131076"/>
                  </a:cubicBezTo>
                  <a:lnTo>
                    <a:pt x="1353371" y="215219"/>
                  </a:lnTo>
                  <a:cubicBezTo>
                    <a:pt x="1353371" y="249982"/>
                    <a:pt x="1339561" y="283322"/>
                    <a:pt x="1314980" y="307904"/>
                  </a:cubicBezTo>
                  <a:cubicBezTo>
                    <a:pt x="1290398" y="332485"/>
                    <a:pt x="1257058" y="346295"/>
                    <a:pt x="1222295" y="346295"/>
                  </a:cubicBezTo>
                  <a:lnTo>
                    <a:pt x="131076" y="346295"/>
                  </a:lnTo>
                  <a:cubicBezTo>
                    <a:pt x="96313" y="346295"/>
                    <a:pt x="62973" y="332485"/>
                    <a:pt x="38391" y="307904"/>
                  </a:cubicBezTo>
                  <a:cubicBezTo>
                    <a:pt x="13810" y="283322"/>
                    <a:pt x="0" y="249982"/>
                    <a:pt x="0" y="215219"/>
                  </a:cubicBezTo>
                  <a:lnTo>
                    <a:pt x="0" y="131076"/>
                  </a:lnTo>
                  <a:cubicBezTo>
                    <a:pt x="0" y="96313"/>
                    <a:pt x="13810" y="62973"/>
                    <a:pt x="38391" y="38391"/>
                  </a:cubicBezTo>
                  <a:cubicBezTo>
                    <a:pt x="62973" y="13810"/>
                    <a:pt x="96313" y="0"/>
                    <a:pt x="131076" y="0"/>
                  </a:cubicBezTo>
                  <a:close/>
                </a:path>
              </a:pathLst>
            </a:custGeom>
            <a:solidFill>
              <a:srgbClr val="2772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353371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399" u="sng" dirty="0">
                  <a:solidFill>
                    <a:srgbClr val="FFFFFF"/>
                  </a:solidFill>
                  <a:latin typeface="Cabin Bold"/>
                </a:rPr>
                <a:t>Các màn hình hiển thị dữ liệu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3996" y="0"/>
            <a:ext cx="18264004" cy="2360401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8716841" y="3094075"/>
            <a:ext cx="1595395" cy="1595395"/>
          </a:xfrm>
          <a:custGeom>
            <a:avLst/>
            <a:gdLst/>
            <a:ahLst/>
            <a:cxnLst/>
            <a:rect l="l" t="t" r="r" b="b"/>
            <a:pathLst>
              <a:path w="1595395" h="1595395">
                <a:moveTo>
                  <a:pt x="0" y="0"/>
                </a:moveTo>
                <a:lnTo>
                  <a:pt x="1595395" y="0"/>
                </a:lnTo>
                <a:lnTo>
                  <a:pt x="1595395" y="1595396"/>
                </a:lnTo>
                <a:lnTo>
                  <a:pt x="0" y="1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7602528" y="5808499"/>
            <a:ext cx="4113381" cy="754798"/>
          </a:xfrm>
          <a:prstGeom prst="line">
            <a:avLst/>
          </a:prstGeom>
          <a:ln w="28575" cap="flat">
            <a:solidFill>
              <a:srgbClr val="213343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8716841" y="3339022"/>
            <a:ext cx="1339996" cy="1339996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72FF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184493" y="3374632"/>
            <a:ext cx="4724885" cy="1314839"/>
            <a:chOff x="0" y="0"/>
            <a:chExt cx="1244414" cy="34629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44414" cy="346295"/>
            </a:xfrm>
            <a:custGeom>
              <a:avLst/>
              <a:gdLst/>
              <a:ahLst/>
              <a:cxnLst/>
              <a:rect l="l" t="t" r="r" b="b"/>
              <a:pathLst>
                <a:path w="1244414" h="346295">
                  <a:moveTo>
                    <a:pt x="142553" y="0"/>
                  </a:moveTo>
                  <a:lnTo>
                    <a:pt x="1101861" y="0"/>
                  </a:lnTo>
                  <a:cubicBezTo>
                    <a:pt x="1139669" y="0"/>
                    <a:pt x="1175928" y="15019"/>
                    <a:pt x="1202661" y="41753"/>
                  </a:cubicBezTo>
                  <a:cubicBezTo>
                    <a:pt x="1229395" y="68487"/>
                    <a:pt x="1244414" y="104746"/>
                    <a:pt x="1244414" y="142553"/>
                  </a:cubicBezTo>
                  <a:lnTo>
                    <a:pt x="1244414" y="203742"/>
                  </a:lnTo>
                  <a:cubicBezTo>
                    <a:pt x="1244414" y="282472"/>
                    <a:pt x="1180591" y="346295"/>
                    <a:pt x="1101861" y="346295"/>
                  </a:cubicBezTo>
                  <a:lnTo>
                    <a:pt x="142553" y="346295"/>
                  </a:lnTo>
                  <a:cubicBezTo>
                    <a:pt x="104746" y="346295"/>
                    <a:pt x="68487" y="331276"/>
                    <a:pt x="41753" y="304542"/>
                  </a:cubicBezTo>
                  <a:cubicBezTo>
                    <a:pt x="15019" y="277808"/>
                    <a:pt x="0" y="241549"/>
                    <a:pt x="0" y="203742"/>
                  </a:cubicBezTo>
                  <a:lnTo>
                    <a:pt x="0" y="142553"/>
                  </a:lnTo>
                  <a:cubicBezTo>
                    <a:pt x="0" y="104746"/>
                    <a:pt x="15019" y="68487"/>
                    <a:pt x="41753" y="41753"/>
                  </a:cubicBezTo>
                  <a:cubicBezTo>
                    <a:pt x="68487" y="15019"/>
                    <a:pt x="104746" y="0"/>
                    <a:pt x="142553" y="0"/>
                  </a:cubicBezTo>
                  <a:close/>
                </a:path>
              </a:pathLst>
            </a:custGeom>
            <a:solidFill>
              <a:srgbClr val="FFD24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244414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399" u="sng" dirty="0" err="1">
                  <a:solidFill>
                    <a:srgbClr val="213343"/>
                  </a:solidFill>
                  <a:latin typeface="Cabin Bold"/>
                </a:rPr>
                <a:t>Cấu</a:t>
              </a:r>
              <a:r>
                <a:rPr lang="en-US" sz="2399" u="sng" dirty="0">
                  <a:solidFill>
                    <a:srgbClr val="213343"/>
                  </a:solidFill>
                  <a:latin typeface="Cabin Bold"/>
                </a:rPr>
                <a:t> hình </a:t>
              </a:r>
              <a:r>
                <a:rPr lang="en-US" sz="2399" u="sng" dirty="0" err="1">
                  <a:solidFill>
                    <a:srgbClr val="213343"/>
                  </a:solidFill>
                  <a:latin typeface="Cabin Bold"/>
                </a:rPr>
                <a:t>hệ</a:t>
              </a:r>
              <a:r>
                <a:rPr lang="en-US" sz="2399" u="sng" dirty="0">
                  <a:solidFill>
                    <a:srgbClr val="213343"/>
                  </a:solidFill>
                  <a:latin typeface="Cabin Bold"/>
                </a:rPr>
                <a:t> thống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9022541" y="3610364"/>
            <a:ext cx="789813" cy="797311"/>
          </a:xfrm>
          <a:custGeom>
            <a:avLst/>
            <a:gdLst/>
            <a:ahLst/>
            <a:cxnLst/>
            <a:rect l="l" t="t" r="r" b="b"/>
            <a:pathLst>
              <a:path w="789813" h="797311">
                <a:moveTo>
                  <a:pt x="0" y="0"/>
                </a:moveTo>
                <a:lnTo>
                  <a:pt x="789812" y="0"/>
                </a:lnTo>
                <a:lnTo>
                  <a:pt x="789812" y="797311"/>
                </a:lnTo>
                <a:lnTo>
                  <a:pt x="0" y="797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1782567" y="5540521"/>
            <a:ext cx="1595395" cy="1595395"/>
          </a:xfrm>
          <a:custGeom>
            <a:avLst/>
            <a:gdLst/>
            <a:ahLst/>
            <a:cxnLst/>
            <a:rect l="l" t="t" r="r" b="b"/>
            <a:pathLst>
              <a:path w="1595395" h="1595395">
                <a:moveTo>
                  <a:pt x="0" y="0"/>
                </a:moveTo>
                <a:lnTo>
                  <a:pt x="1595396" y="0"/>
                </a:lnTo>
                <a:lnTo>
                  <a:pt x="1595396" y="1595396"/>
                </a:lnTo>
                <a:lnTo>
                  <a:pt x="0" y="1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AutoShape 36"/>
          <p:cNvSpPr/>
          <p:nvPr/>
        </p:nvSpPr>
        <p:spPr>
          <a:xfrm flipV="1">
            <a:off x="7602528" y="4649786"/>
            <a:ext cx="1412139" cy="597927"/>
          </a:xfrm>
          <a:prstGeom prst="line">
            <a:avLst/>
          </a:prstGeom>
          <a:ln w="28575" cap="flat">
            <a:solidFill>
              <a:srgbClr val="213343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37" name="Group 37"/>
          <p:cNvGrpSpPr/>
          <p:nvPr/>
        </p:nvGrpSpPr>
        <p:grpSpPr>
          <a:xfrm>
            <a:off x="11876938" y="5795921"/>
            <a:ext cx="1339996" cy="1339996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CB7E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312184" y="5808499"/>
            <a:ext cx="3887885" cy="1314839"/>
            <a:chOff x="0" y="0"/>
            <a:chExt cx="1023970" cy="34629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23970" cy="346295"/>
            </a:xfrm>
            <a:custGeom>
              <a:avLst/>
              <a:gdLst/>
              <a:ahLst/>
              <a:cxnLst/>
              <a:rect l="l" t="t" r="r" b="b"/>
              <a:pathLst>
                <a:path w="1023970" h="346295">
                  <a:moveTo>
                    <a:pt x="173148" y="0"/>
                  </a:moveTo>
                  <a:lnTo>
                    <a:pt x="850822" y="0"/>
                  </a:lnTo>
                  <a:cubicBezTo>
                    <a:pt x="946449" y="0"/>
                    <a:pt x="1023970" y="77521"/>
                    <a:pt x="1023970" y="173148"/>
                  </a:cubicBezTo>
                  <a:lnTo>
                    <a:pt x="1023970" y="173148"/>
                  </a:lnTo>
                  <a:cubicBezTo>
                    <a:pt x="1023970" y="268774"/>
                    <a:pt x="946449" y="346295"/>
                    <a:pt x="850822" y="346295"/>
                  </a:cubicBezTo>
                  <a:lnTo>
                    <a:pt x="173148" y="346295"/>
                  </a:lnTo>
                  <a:cubicBezTo>
                    <a:pt x="77521" y="346295"/>
                    <a:pt x="0" y="268774"/>
                    <a:pt x="0" y="173148"/>
                  </a:cubicBezTo>
                  <a:lnTo>
                    <a:pt x="0" y="173148"/>
                  </a:lnTo>
                  <a:cubicBezTo>
                    <a:pt x="0" y="77521"/>
                    <a:pt x="77521" y="0"/>
                    <a:pt x="173148" y="0"/>
                  </a:cubicBezTo>
                  <a:close/>
                </a:path>
              </a:pathLst>
            </a:custGeom>
            <a:solidFill>
              <a:srgbClr val="FF7729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1023970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399" u="sng" dirty="0">
                  <a:solidFill>
                    <a:srgbClr val="FFFFFF"/>
                  </a:solidFill>
                  <a:latin typeface="Cabin Bold"/>
                </a:rPr>
                <a:t>TÓM TẮT</a:t>
              </a:r>
            </a:p>
          </p:txBody>
        </p:sp>
      </p:grpSp>
      <p:sp>
        <p:nvSpPr>
          <p:cNvPr id="43" name="Freeform 43"/>
          <p:cNvSpPr/>
          <p:nvPr/>
        </p:nvSpPr>
        <p:spPr>
          <a:xfrm>
            <a:off x="12180482" y="6066135"/>
            <a:ext cx="799567" cy="799567"/>
          </a:xfrm>
          <a:custGeom>
            <a:avLst/>
            <a:gdLst/>
            <a:ahLst/>
            <a:cxnLst/>
            <a:rect l="l" t="t" r="r" b="b"/>
            <a:pathLst>
              <a:path w="799567" h="799567">
                <a:moveTo>
                  <a:pt x="0" y="0"/>
                </a:moveTo>
                <a:lnTo>
                  <a:pt x="799566" y="0"/>
                </a:lnTo>
                <a:lnTo>
                  <a:pt x="799566" y="799567"/>
                </a:lnTo>
                <a:lnTo>
                  <a:pt x="0" y="7995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TextBox 44">
            <a:extLst>
              <a:ext uri="{FF2B5EF4-FFF2-40B4-BE49-F238E27FC236}">
                <a16:creationId xmlns:a16="http://schemas.microsoft.com/office/drawing/2014/main" id="{DC3C3EF5-B830-8704-B7CC-25C6DDD9C49C}"/>
              </a:ext>
            </a:extLst>
          </p:cNvPr>
          <p:cNvSpPr txBox="1"/>
          <p:nvPr/>
        </p:nvSpPr>
        <p:spPr>
          <a:xfrm>
            <a:off x="566198" y="627100"/>
            <a:ext cx="17188401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Tổng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quan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màn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hình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QC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trên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hệ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thống 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401300"/>
            <a:chOff x="0" y="0"/>
            <a:chExt cx="4816593" cy="621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609600" y="5004189"/>
            <a:ext cx="3352800" cy="1293928"/>
          </a:xfrm>
          <a:custGeom>
            <a:avLst/>
            <a:gdLst/>
            <a:ahLst/>
            <a:cxnLst/>
            <a:rect l="l" t="t" r="r" b="b"/>
            <a:pathLst>
              <a:path w="2032782" h="338667">
                <a:moveTo>
                  <a:pt x="169333" y="0"/>
                </a:moveTo>
                <a:lnTo>
                  <a:pt x="1863449" y="0"/>
                </a:lnTo>
                <a:cubicBezTo>
                  <a:pt x="1956969" y="0"/>
                  <a:pt x="2032782" y="75813"/>
                  <a:pt x="2032782" y="169333"/>
                </a:cubicBezTo>
                <a:lnTo>
                  <a:pt x="2032782" y="169333"/>
                </a:lnTo>
                <a:cubicBezTo>
                  <a:pt x="2032782" y="262854"/>
                  <a:pt x="1956969" y="338667"/>
                  <a:pt x="1863449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FFD24C"/>
          </a:solidFill>
        </p:spPr>
        <p:txBody>
          <a:bodyPr anchor="ctr"/>
          <a:lstStyle/>
          <a:p>
            <a:pPr algn="ctr"/>
            <a:r>
              <a:rPr lang="en-US" b="1" dirty="0"/>
              <a:t>C121</a:t>
            </a:r>
          </a:p>
          <a:p>
            <a:pPr algn="ctr"/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,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chung</a:t>
            </a:r>
            <a:endParaRPr lang="en-US" dirty="0"/>
          </a:p>
        </p:txBody>
      </p:sp>
      <p:sp>
        <p:nvSpPr>
          <p:cNvPr id="117" name="TextBox 44">
            <a:extLst>
              <a:ext uri="{FF2B5EF4-FFF2-40B4-BE49-F238E27FC236}">
                <a16:creationId xmlns:a16="http://schemas.microsoft.com/office/drawing/2014/main" id="{A0FFA56F-44AD-7407-7E35-AFB6C89354B0}"/>
              </a:ext>
            </a:extLst>
          </p:cNvPr>
          <p:cNvSpPr txBox="1"/>
          <p:nvPr/>
        </p:nvSpPr>
        <p:spPr>
          <a:xfrm>
            <a:off x="397399" y="-6656"/>
            <a:ext cx="17188401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IQC-OQC</a:t>
            </a: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164DE6FC-46B2-4A66-8331-FFF6FB3A4A1D}"/>
              </a:ext>
            </a:extLst>
          </p:cNvPr>
          <p:cNvSpPr/>
          <p:nvPr/>
        </p:nvSpPr>
        <p:spPr>
          <a:xfrm>
            <a:off x="4343400" y="2350278"/>
            <a:ext cx="3352800" cy="1293928"/>
          </a:xfrm>
          <a:custGeom>
            <a:avLst/>
            <a:gdLst/>
            <a:ahLst/>
            <a:cxnLst/>
            <a:rect l="l" t="t" r="r" b="b"/>
            <a:pathLst>
              <a:path w="2032782" h="338667">
                <a:moveTo>
                  <a:pt x="169333" y="0"/>
                </a:moveTo>
                <a:lnTo>
                  <a:pt x="1863449" y="0"/>
                </a:lnTo>
                <a:cubicBezTo>
                  <a:pt x="1956969" y="0"/>
                  <a:pt x="2032782" y="75813"/>
                  <a:pt x="2032782" y="169333"/>
                </a:cubicBezTo>
                <a:lnTo>
                  <a:pt x="2032782" y="169333"/>
                </a:lnTo>
                <a:cubicBezTo>
                  <a:pt x="2032782" y="262854"/>
                  <a:pt x="1956969" y="338667"/>
                  <a:pt x="1863449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FFD24C"/>
          </a:solidFill>
        </p:spPr>
        <p:txBody>
          <a:bodyPr anchor="ctr"/>
          <a:lstStyle/>
          <a:p>
            <a:pPr algn="ctr"/>
            <a:r>
              <a:rPr lang="en-US" b="1" dirty="0"/>
              <a:t>C122</a:t>
            </a:r>
          </a:p>
          <a:p>
            <a:pPr algn="ctr"/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NVL</a:t>
            </a:r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9A23C5D7-CA4D-DC1C-85BA-F85D2375B743}"/>
              </a:ext>
            </a:extLst>
          </p:cNvPr>
          <p:cNvSpPr/>
          <p:nvPr/>
        </p:nvSpPr>
        <p:spPr>
          <a:xfrm>
            <a:off x="4343400" y="7658100"/>
            <a:ext cx="3352800" cy="1293928"/>
          </a:xfrm>
          <a:custGeom>
            <a:avLst/>
            <a:gdLst/>
            <a:ahLst/>
            <a:cxnLst/>
            <a:rect l="l" t="t" r="r" b="b"/>
            <a:pathLst>
              <a:path w="2032782" h="338667">
                <a:moveTo>
                  <a:pt x="169333" y="0"/>
                </a:moveTo>
                <a:lnTo>
                  <a:pt x="1863449" y="0"/>
                </a:lnTo>
                <a:cubicBezTo>
                  <a:pt x="1956969" y="0"/>
                  <a:pt x="2032782" y="75813"/>
                  <a:pt x="2032782" y="169333"/>
                </a:cubicBezTo>
                <a:lnTo>
                  <a:pt x="2032782" y="169333"/>
                </a:lnTo>
                <a:cubicBezTo>
                  <a:pt x="2032782" y="262854"/>
                  <a:pt x="1956969" y="338667"/>
                  <a:pt x="1863449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FFD24C"/>
          </a:solidFill>
        </p:spPr>
        <p:txBody>
          <a:bodyPr anchor="ctr"/>
          <a:lstStyle/>
          <a:p>
            <a:pPr algn="ctr"/>
            <a:r>
              <a:rPr lang="en-US" b="1" dirty="0"/>
              <a:t>C151</a:t>
            </a:r>
          </a:p>
          <a:p>
            <a:pPr algn="ctr"/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model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F41ADC-8B01-F1BF-5217-9D9405821752}"/>
              </a:ext>
            </a:extLst>
          </p:cNvPr>
          <p:cNvCxnSpPr/>
          <p:nvPr/>
        </p:nvCxnSpPr>
        <p:spPr>
          <a:xfrm flipV="1">
            <a:off x="3886200" y="3644206"/>
            <a:ext cx="609600" cy="1499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602F2E7-0C2A-C2F1-C200-0E6626100049}"/>
              </a:ext>
            </a:extLst>
          </p:cNvPr>
          <p:cNvSpPr txBox="1"/>
          <p:nvPr/>
        </p:nvSpPr>
        <p:spPr>
          <a:xfrm>
            <a:off x="3657600" y="412465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IQC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D00C7E-7ACB-84F3-B6C3-BF43B3263201}"/>
              </a:ext>
            </a:extLst>
          </p:cNvPr>
          <p:cNvCxnSpPr>
            <a:cxnSpLocks/>
          </p:cNvCxnSpPr>
          <p:nvPr/>
        </p:nvCxnSpPr>
        <p:spPr>
          <a:xfrm>
            <a:off x="3886200" y="6208828"/>
            <a:ext cx="609600" cy="1479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9D76FB5-0F5F-9A03-B3EC-C1545D880FD5}"/>
              </a:ext>
            </a:extLst>
          </p:cNvPr>
          <p:cNvSpPr txBox="1"/>
          <p:nvPr/>
        </p:nvSpPr>
        <p:spPr>
          <a:xfrm>
            <a:off x="3592773" y="6763679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PQC</a:t>
            </a:r>
          </a:p>
        </p:txBody>
      </p:sp>
      <p:sp>
        <p:nvSpPr>
          <p:cNvPr id="16" name="Freeform 22">
            <a:extLst>
              <a:ext uri="{FF2B5EF4-FFF2-40B4-BE49-F238E27FC236}">
                <a16:creationId xmlns:a16="http://schemas.microsoft.com/office/drawing/2014/main" id="{C49B6043-832C-1AFB-07CC-AF53FA15DB00}"/>
              </a:ext>
            </a:extLst>
          </p:cNvPr>
          <p:cNvSpPr/>
          <p:nvPr/>
        </p:nvSpPr>
        <p:spPr>
          <a:xfrm>
            <a:off x="9677400" y="2350278"/>
            <a:ext cx="3352800" cy="1293928"/>
          </a:xfrm>
          <a:custGeom>
            <a:avLst/>
            <a:gdLst/>
            <a:ahLst/>
            <a:cxnLst/>
            <a:rect l="l" t="t" r="r" b="b"/>
            <a:pathLst>
              <a:path w="2032782" h="338667">
                <a:moveTo>
                  <a:pt x="169333" y="0"/>
                </a:moveTo>
                <a:lnTo>
                  <a:pt x="1863449" y="0"/>
                </a:lnTo>
                <a:cubicBezTo>
                  <a:pt x="1956969" y="0"/>
                  <a:pt x="2032782" y="75813"/>
                  <a:pt x="2032782" y="169333"/>
                </a:cubicBezTo>
                <a:lnTo>
                  <a:pt x="2032782" y="169333"/>
                </a:lnTo>
                <a:cubicBezTo>
                  <a:pt x="2032782" y="262854"/>
                  <a:pt x="1956969" y="338667"/>
                  <a:pt x="1863449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FFD24C"/>
          </a:solidFill>
        </p:spPr>
        <p:txBody>
          <a:bodyPr anchor="ctr"/>
          <a:lstStyle/>
          <a:p>
            <a:pPr algn="ctr"/>
            <a:r>
              <a:rPr lang="en-US" b="1" dirty="0"/>
              <a:t>C220</a:t>
            </a:r>
          </a:p>
          <a:p>
            <a:pPr algn="ctr"/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NVL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(IQC)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5B4EDDF-2BF3-1211-D926-C2B7F8233069}"/>
              </a:ext>
            </a:extLst>
          </p:cNvPr>
          <p:cNvCxnSpPr>
            <a:cxnSpLocks/>
          </p:cNvCxnSpPr>
          <p:nvPr/>
        </p:nvCxnSpPr>
        <p:spPr>
          <a:xfrm>
            <a:off x="7696200" y="2997242"/>
            <a:ext cx="1981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Freeform 22">
            <a:extLst>
              <a:ext uri="{FF2B5EF4-FFF2-40B4-BE49-F238E27FC236}">
                <a16:creationId xmlns:a16="http://schemas.microsoft.com/office/drawing/2014/main" id="{C90281F7-9E86-0806-9478-341FCD3D7897}"/>
              </a:ext>
            </a:extLst>
          </p:cNvPr>
          <p:cNvSpPr/>
          <p:nvPr/>
        </p:nvSpPr>
        <p:spPr>
          <a:xfrm>
            <a:off x="8610600" y="7658100"/>
            <a:ext cx="3352800" cy="1293928"/>
          </a:xfrm>
          <a:custGeom>
            <a:avLst/>
            <a:gdLst/>
            <a:ahLst/>
            <a:cxnLst/>
            <a:rect l="l" t="t" r="r" b="b"/>
            <a:pathLst>
              <a:path w="2032782" h="338667">
                <a:moveTo>
                  <a:pt x="169333" y="0"/>
                </a:moveTo>
                <a:lnTo>
                  <a:pt x="1863449" y="0"/>
                </a:lnTo>
                <a:cubicBezTo>
                  <a:pt x="1956969" y="0"/>
                  <a:pt x="2032782" y="75813"/>
                  <a:pt x="2032782" y="169333"/>
                </a:cubicBezTo>
                <a:lnTo>
                  <a:pt x="2032782" y="169333"/>
                </a:lnTo>
                <a:cubicBezTo>
                  <a:pt x="2032782" y="262854"/>
                  <a:pt x="1956969" y="338667"/>
                  <a:pt x="1863449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FFD24C"/>
          </a:solidFill>
        </p:spPr>
        <p:txBody>
          <a:bodyPr anchor="ctr"/>
          <a:lstStyle/>
          <a:p>
            <a:pPr algn="ctr"/>
            <a:r>
              <a:rPr lang="en-US" b="1" dirty="0"/>
              <a:t>C512</a:t>
            </a:r>
          </a:p>
          <a:p>
            <a:pPr algn="ctr"/>
            <a:r>
              <a:rPr lang="en-US" dirty="0" err="1"/>
              <a:t>Tạo</a:t>
            </a:r>
            <a:r>
              <a:rPr lang="en-US" dirty="0"/>
              <a:t> lot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model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2AB9A03-00AB-9D55-392D-16558CF4DF33}"/>
              </a:ext>
            </a:extLst>
          </p:cNvPr>
          <p:cNvCxnSpPr>
            <a:cxnSpLocks/>
          </p:cNvCxnSpPr>
          <p:nvPr/>
        </p:nvCxnSpPr>
        <p:spPr>
          <a:xfrm>
            <a:off x="7696200" y="8305064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Freeform 22">
            <a:extLst>
              <a:ext uri="{FF2B5EF4-FFF2-40B4-BE49-F238E27FC236}">
                <a16:creationId xmlns:a16="http://schemas.microsoft.com/office/drawing/2014/main" id="{BCEB8C01-5D8D-973C-766A-9031613E6B55}"/>
              </a:ext>
            </a:extLst>
          </p:cNvPr>
          <p:cNvSpPr/>
          <p:nvPr/>
        </p:nvSpPr>
        <p:spPr>
          <a:xfrm>
            <a:off x="12877800" y="7658100"/>
            <a:ext cx="3352800" cy="1293928"/>
          </a:xfrm>
          <a:custGeom>
            <a:avLst/>
            <a:gdLst/>
            <a:ahLst/>
            <a:cxnLst/>
            <a:rect l="l" t="t" r="r" b="b"/>
            <a:pathLst>
              <a:path w="2032782" h="338667">
                <a:moveTo>
                  <a:pt x="169333" y="0"/>
                </a:moveTo>
                <a:lnTo>
                  <a:pt x="1863449" y="0"/>
                </a:lnTo>
                <a:cubicBezTo>
                  <a:pt x="1956969" y="0"/>
                  <a:pt x="2032782" y="75813"/>
                  <a:pt x="2032782" y="169333"/>
                </a:cubicBezTo>
                <a:lnTo>
                  <a:pt x="2032782" y="169333"/>
                </a:lnTo>
                <a:cubicBezTo>
                  <a:pt x="2032782" y="262854"/>
                  <a:pt x="1956969" y="338667"/>
                  <a:pt x="1863449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FFD24C"/>
          </a:solidFill>
        </p:spPr>
        <p:txBody>
          <a:bodyPr anchor="ctr"/>
          <a:lstStyle/>
          <a:p>
            <a:pPr algn="ctr"/>
            <a:r>
              <a:rPr lang="en-US" b="1" dirty="0"/>
              <a:t>C530</a:t>
            </a:r>
          </a:p>
          <a:p>
            <a:pPr algn="ctr"/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OQC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FED15A0-FBF3-C39F-C094-3F0506836C83}"/>
              </a:ext>
            </a:extLst>
          </p:cNvPr>
          <p:cNvCxnSpPr>
            <a:cxnSpLocks/>
          </p:cNvCxnSpPr>
          <p:nvPr/>
        </p:nvCxnSpPr>
        <p:spPr>
          <a:xfrm>
            <a:off x="11963400" y="8305064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1" name="Freeform 22">
            <a:extLst>
              <a:ext uri="{FF2B5EF4-FFF2-40B4-BE49-F238E27FC236}">
                <a16:creationId xmlns:a16="http://schemas.microsoft.com/office/drawing/2014/main" id="{02B2606F-FCAB-6604-5776-9BE55F7409FE}"/>
              </a:ext>
            </a:extLst>
          </p:cNvPr>
          <p:cNvSpPr/>
          <p:nvPr/>
        </p:nvSpPr>
        <p:spPr>
          <a:xfrm>
            <a:off x="14325600" y="5561864"/>
            <a:ext cx="3352800" cy="1293928"/>
          </a:xfrm>
          <a:custGeom>
            <a:avLst/>
            <a:gdLst/>
            <a:ahLst/>
            <a:cxnLst/>
            <a:rect l="l" t="t" r="r" b="b"/>
            <a:pathLst>
              <a:path w="2032782" h="338667">
                <a:moveTo>
                  <a:pt x="169333" y="0"/>
                </a:moveTo>
                <a:lnTo>
                  <a:pt x="1863449" y="0"/>
                </a:lnTo>
                <a:cubicBezTo>
                  <a:pt x="1956969" y="0"/>
                  <a:pt x="2032782" y="75813"/>
                  <a:pt x="2032782" y="169333"/>
                </a:cubicBezTo>
                <a:lnTo>
                  <a:pt x="2032782" y="169333"/>
                </a:lnTo>
                <a:cubicBezTo>
                  <a:pt x="2032782" y="262854"/>
                  <a:pt x="1956969" y="338667"/>
                  <a:pt x="1863449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FFD24C"/>
          </a:solidFill>
        </p:spPr>
        <p:txBody>
          <a:bodyPr anchor="ctr"/>
          <a:lstStyle/>
          <a:p>
            <a:pPr algn="ctr"/>
            <a:r>
              <a:rPr lang="en-US" b="1" dirty="0"/>
              <a:t>C540</a:t>
            </a:r>
          </a:p>
          <a:p>
            <a:pPr algn="ctr"/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C530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17F3435-8C9E-598B-E9FB-47611C88DB50}"/>
              </a:ext>
            </a:extLst>
          </p:cNvPr>
          <p:cNvCxnSpPr>
            <a:cxnSpLocks/>
          </p:cNvCxnSpPr>
          <p:nvPr/>
        </p:nvCxnSpPr>
        <p:spPr>
          <a:xfrm flipV="1">
            <a:off x="15392400" y="6855792"/>
            <a:ext cx="457200" cy="802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745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240" y="24193"/>
            <a:ext cx="18288000" cy="10401300"/>
            <a:chOff x="0" y="0"/>
            <a:chExt cx="4816593" cy="621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588560" y="2350278"/>
            <a:ext cx="3352800" cy="1293928"/>
          </a:xfrm>
          <a:custGeom>
            <a:avLst/>
            <a:gdLst/>
            <a:ahLst/>
            <a:cxnLst/>
            <a:rect l="l" t="t" r="r" b="b"/>
            <a:pathLst>
              <a:path w="2032782" h="338667">
                <a:moveTo>
                  <a:pt x="169333" y="0"/>
                </a:moveTo>
                <a:lnTo>
                  <a:pt x="1863449" y="0"/>
                </a:lnTo>
                <a:cubicBezTo>
                  <a:pt x="1956969" y="0"/>
                  <a:pt x="2032782" y="75813"/>
                  <a:pt x="2032782" y="169333"/>
                </a:cubicBezTo>
                <a:lnTo>
                  <a:pt x="2032782" y="169333"/>
                </a:lnTo>
                <a:cubicBezTo>
                  <a:pt x="2032782" y="262854"/>
                  <a:pt x="1956969" y="338667"/>
                  <a:pt x="1863449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FFD24C"/>
          </a:solidFill>
        </p:spPr>
        <p:txBody>
          <a:bodyPr anchor="ctr"/>
          <a:lstStyle/>
          <a:p>
            <a:pPr algn="ctr"/>
            <a:r>
              <a:rPr lang="en-US" b="1" dirty="0"/>
              <a:t>C141</a:t>
            </a:r>
          </a:p>
          <a:p>
            <a:pPr algn="ctr"/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,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chung</a:t>
            </a:r>
            <a:endParaRPr lang="en-US" dirty="0"/>
          </a:p>
        </p:txBody>
      </p:sp>
      <p:sp>
        <p:nvSpPr>
          <p:cNvPr id="117" name="TextBox 44">
            <a:extLst>
              <a:ext uri="{FF2B5EF4-FFF2-40B4-BE49-F238E27FC236}">
                <a16:creationId xmlns:a16="http://schemas.microsoft.com/office/drawing/2014/main" id="{A0FFA56F-44AD-7407-7E35-AFB6C89354B0}"/>
              </a:ext>
            </a:extLst>
          </p:cNvPr>
          <p:cNvSpPr txBox="1"/>
          <p:nvPr/>
        </p:nvSpPr>
        <p:spPr>
          <a:xfrm>
            <a:off x="397399" y="-6656"/>
            <a:ext cx="17188401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PQC</a:t>
            </a: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164DE6FC-46B2-4A66-8331-FFF6FB3A4A1D}"/>
              </a:ext>
            </a:extLst>
          </p:cNvPr>
          <p:cNvSpPr/>
          <p:nvPr/>
        </p:nvSpPr>
        <p:spPr>
          <a:xfrm>
            <a:off x="7090856" y="2350278"/>
            <a:ext cx="3352800" cy="1293928"/>
          </a:xfrm>
          <a:custGeom>
            <a:avLst/>
            <a:gdLst/>
            <a:ahLst/>
            <a:cxnLst/>
            <a:rect l="l" t="t" r="r" b="b"/>
            <a:pathLst>
              <a:path w="2032782" h="338667">
                <a:moveTo>
                  <a:pt x="169333" y="0"/>
                </a:moveTo>
                <a:lnTo>
                  <a:pt x="1863449" y="0"/>
                </a:lnTo>
                <a:cubicBezTo>
                  <a:pt x="1956969" y="0"/>
                  <a:pt x="2032782" y="75813"/>
                  <a:pt x="2032782" y="169333"/>
                </a:cubicBezTo>
                <a:lnTo>
                  <a:pt x="2032782" y="169333"/>
                </a:lnTo>
                <a:cubicBezTo>
                  <a:pt x="2032782" y="262854"/>
                  <a:pt x="1956969" y="338667"/>
                  <a:pt x="1863449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FFD24C"/>
          </a:solidFill>
        </p:spPr>
        <p:txBody>
          <a:bodyPr anchor="ctr"/>
          <a:lstStyle/>
          <a:p>
            <a:pPr algn="ctr"/>
            <a:r>
              <a:rPr lang="en-US" b="1" dirty="0"/>
              <a:t>C443</a:t>
            </a:r>
          </a:p>
          <a:p>
            <a:pPr algn="ctr"/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PQC</a:t>
            </a:r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9A23C5D7-CA4D-DC1C-85BA-F85D2375B743}"/>
              </a:ext>
            </a:extLst>
          </p:cNvPr>
          <p:cNvSpPr/>
          <p:nvPr/>
        </p:nvSpPr>
        <p:spPr>
          <a:xfrm>
            <a:off x="7090856" y="6694156"/>
            <a:ext cx="3352800" cy="1293928"/>
          </a:xfrm>
          <a:custGeom>
            <a:avLst/>
            <a:gdLst/>
            <a:ahLst/>
            <a:cxnLst/>
            <a:rect l="l" t="t" r="r" b="b"/>
            <a:pathLst>
              <a:path w="2032782" h="338667">
                <a:moveTo>
                  <a:pt x="169333" y="0"/>
                </a:moveTo>
                <a:lnTo>
                  <a:pt x="1863449" y="0"/>
                </a:lnTo>
                <a:cubicBezTo>
                  <a:pt x="1956969" y="0"/>
                  <a:pt x="2032782" y="75813"/>
                  <a:pt x="2032782" y="169333"/>
                </a:cubicBezTo>
                <a:lnTo>
                  <a:pt x="2032782" y="169333"/>
                </a:lnTo>
                <a:cubicBezTo>
                  <a:pt x="2032782" y="262854"/>
                  <a:pt x="1956969" y="338667"/>
                  <a:pt x="1863449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FFD24C"/>
          </a:solidFill>
        </p:spPr>
        <p:txBody>
          <a:bodyPr anchor="ctr"/>
          <a:lstStyle/>
          <a:p>
            <a:pPr algn="ctr"/>
            <a:r>
              <a:rPr lang="en-US" b="1" dirty="0"/>
              <a:t>B597</a:t>
            </a:r>
          </a:p>
          <a:p>
            <a:pPr algn="ctr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ktra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xuyên</a:t>
            </a:r>
            <a:r>
              <a:rPr lang="en-US" dirty="0"/>
              <a:t> (SX)</a:t>
            </a:r>
          </a:p>
        </p:txBody>
      </p:sp>
      <p:sp>
        <p:nvSpPr>
          <p:cNvPr id="16" name="Freeform 22">
            <a:extLst>
              <a:ext uri="{FF2B5EF4-FFF2-40B4-BE49-F238E27FC236}">
                <a16:creationId xmlns:a16="http://schemas.microsoft.com/office/drawing/2014/main" id="{C49B6043-832C-1AFB-07CC-AF53FA15DB00}"/>
              </a:ext>
            </a:extLst>
          </p:cNvPr>
          <p:cNvSpPr/>
          <p:nvPr/>
        </p:nvSpPr>
        <p:spPr>
          <a:xfrm>
            <a:off x="12318480" y="2325572"/>
            <a:ext cx="3352800" cy="1293928"/>
          </a:xfrm>
          <a:custGeom>
            <a:avLst/>
            <a:gdLst/>
            <a:ahLst/>
            <a:cxnLst/>
            <a:rect l="l" t="t" r="r" b="b"/>
            <a:pathLst>
              <a:path w="2032782" h="338667">
                <a:moveTo>
                  <a:pt x="169333" y="0"/>
                </a:moveTo>
                <a:lnTo>
                  <a:pt x="1863449" y="0"/>
                </a:lnTo>
                <a:cubicBezTo>
                  <a:pt x="1956969" y="0"/>
                  <a:pt x="2032782" y="75813"/>
                  <a:pt x="2032782" y="169333"/>
                </a:cubicBezTo>
                <a:lnTo>
                  <a:pt x="2032782" y="169333"/>
                </a:lnTo>
                <a:cubicBezTo>
                  <a:pt x="2032782" y="262854"/>
                  <a:pt x="1956969" y="338667"/>
                  <a:pt x="1863449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FFD24C"/>
          </a:solidFill>
        </p:spPr>
        <p:txBody>
          <a:bodyPr anchor="ctr"/>
          <a:lstStyle/>
          <a:p>
            <a:pPr algn="ctr"/>
            <a:r>
              <a:rPr lang="en-US" b="1" dirty="0"/>
              <a:t>C430</a:t>
            </a:r>
          </a:p>
          <a:p>
            <a:pPr algn="ctr"/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PQC</a:t>
            </a:r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AAD7B270-04E6-0162-28DD-93C67FE5BAB9}"/>
              </a:ext>
            </a:extLst>
          </p:cNvPr>
          <p:cNvSpPr/>
          <p:nvPr/>
        </p:nvSpPr>
        <p:spPr>
          <a:xfrm>
            <a:off x="588560" y="6805481"/>
            <a:ext cx="3352800" cy="1293928"/>
          </a:xfrm>
          <a:custGeom>
            <a:avLst/>
            <a:gdLst/>
            <a:ahLst/>
            <a:cxnLst/>
            <a:rect l="l" t="t" r="r" b="b"/>
            <a:pathLst>
              <a:path w="2032782" h="338667">
                <a:moveTo>
                  <a:pt x="169333" y="0"/>
                </a:moveTo>
                <a:lnTo>
                  <a:pt x="1863449" y="0"/>
                </a:lnTo>
                <a:cubicBezTo>
                  <a:pt x="1956969" y="0"/>
                  <a:pt x="2032782" y="75813"/>
                  <a:pt x="2032782" y="169333"/>
                </a:cubicBezTo>
                <a:lnTo>
                  <a:pt x="2032782" y="169333"/>
                </a:lnTo>
                <a:cubicBezTo>
                  <a:pt x="2032782" y="262854"/>
                  <a:pt x="1956969" y="338667"/>
                  <a:pt x="1863449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FFD24C"/>
          </a:solidFill>
        </p:spPr>
        <p:txBody>
          <a:bodyPr anchor="ctr"/>
          <a:lstStyle/>
          <a:p>
            <a:pPr algn="ctr"/>
            <a:r>
              <a:rPr lang="en-US" b="1" dirty="0"/>
              <a:t>C143</a:t>
            </a:r>
          </a:p>
          <a:p>
            <a:pPr algn="ctr"/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model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82441B-A29F-EAB6-C2F2-BD49C166BDC0}"/>
              </a:ext>
            </a:extLst>
          </p:cNvPr>
          <p:cNvCxnSpPr/>
          <p:nvPr/>
        </p:nvCxnSpPr>
        <p:spPr>
          <a:xfrm>
            <a:off x="2264960" y="3644206"/>
            <a:ext cx="0" cy="3161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1EEE436-9D18-5637-B719-B5069E14FA79}"/>
              </a:ext>
            </a:extLst>
          </p:cNvPr>
          <p:cNvSpPr txBox="1"/>
          <p:nvPr/>
        </p:nvSpPr>
        <p:spPr>
          <a:xfrm>
            <a:off x="779060" y="8130258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lẻ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C141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6E5355-6751-31C5-83BB-E8978A2D61CE}"/>
              </a:ext>
            </a:extLst>
          </p:cNvPr>
          <p:cNvSpPr txBox="1"/>
          <p:nvPr/>
        </p:nvSpPr>
        <p:spPr>
          <a:xfrm rot="1680174">
            <a:off x="3581538" y="5832893"/>
            <a:ext cx="3869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Mã</a:t>
            </a:r>
            <a:r>
              <a:rPr lang="en-US" dirty="0"/>
              <a:t> TEST –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,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B597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AC22E6-AB5A-0923-AF6B-513660F825CA}"/>
              </a:ext>
            </a:extLst>
          </p:cNvPr>
          <p:cNvSpPr txBox="1"/>
          <p:nvPr/>
        </p:nvSpPr>
        <p:spPr>
          <a:xfrm rot="20169390">
            <a:off x="4068447" y="2741315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Mã</a:t>
            </a:r>
            <a:r>
              <a:rPr lang="en-US" dirty="0"/>
              <a:t> QUALITY –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QC,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C443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2C4ED9B4-5F6E-8BA2-CA52-6F46178935F3}"/>
              </a:ext>
            </a:extLst>
          </p:cNvPr>
          <p:cNvSpPr/>
          <p:nvPr/>
        </p:nvSpPr>
        <p:spPr>
          <a:xfrm rot="20156329">
            <a:off x="3263953" y="3702148"/>
            <a:ext cx="4006654" cy="2028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624E2A55-6BDD-F673-BF6B-81D4D6F89455}"/>
              </a:ext>
            </a:extLst>
          </p:cNvPr>
          <p:cNvSpPr/>
          <p:nvPr/>
        </p:nvSpPr>
        <p:spPr>
          <a:xfrm>
            <a:off x="10448209" y="2871560"/>
            <a:ext cx="1870267" cy="2095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719B021-75FB-1969-6CB8-52FC1847898E}"/>
              </a:ext>
            </a:extLst>
          </p:cNvPr>
          <p:cNvSpPr/>
          <p:nvPr/>
        </p:nvSpPr>
        <p:spPr>
          <a:xfrm rot="1617786">
            <a:off x="3263953" y="6352281"/>
            <a:ext cx="4006654" cy="2028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3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240" y="24193"/>
            <a:ext cx="18288000" cy="10401300"/>
            <a:chOff x="0" y="0"/>
            <a:chExt cx="4816593" cy="621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7315199" y="2006190"/>
            <a:ext cx="3352800" cy="1293928"/>
          </a:xfrm>
          <a:custGeom>
            <a:avLst/>
            <a:gdLst/>
            <a:ahLst/>
            <a:cxnLst/>
            <a:rect l="l" t="t" r="r" b="b"/>
            <a:pathLst>
              <a:path w="2032782" h="338667">
                <a:moveTo>
                  <a:pt x="169333" y="0"/>
                </a:moveTo>
                <a:lnTo>
                  <a:pt x="1863449" y="0"/>
                </a:lnTo>
                <a:cubicBezTo>
                  <a:pt x="1956969" y="0"/>
                  <a:pt x="2032782" y="75813"/>
                  <a:pt x="2032782" y="169333"/>
                </a:cubicBezTo>
                <a:lnTo>
                  <a:pt x="2032782" y="169333"/>
                </a:lnTo>
                <a:cubicBezTo>
                  <a:pt x="2032782" y="262854"/>
                  <a:pt x="1956969" y="338667"/>
                  <a:pt x="1863449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FFD24C"/>
          </a:solidFill>
        </p:spPr>
        <p:txBody>
          <a:bodyPr anchor="ctr"/>
          <a:lstStyle/>
          <a:p>
            <a:pPr algn="ctr"/>
            <a:r>
              <a:rPr lang="en-US" b="1" dirty="0"/>
              <a:t>C132</a:t>
            </a:r>
          </a:p>
          <a:p>
            <a:pPr algn="ctr"/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QC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đoạn</a:t>
            </a:r>
            <a:endParaRPr lang="en-US" dirty="0"/>
          </a:p>
        </p:txBody>
      </p:sp>
      <p:sp>
        <p:nvSpPr>
          <p:cNvPr id="117" name="TextBox 44">
            <a:extLst>
              <a:ext uri="{FF2B5EF4-FFF2-40B4-BE49-F238E27FC236}">
                <a16:creationId xmlns:a16="http://schemas.microsoft.com/office/drawing/2014/main" id="{A0FFA56F-44AD-7407-7E35-AFB6C89354B0}"/>
              </a:ext>
            </a:extLst>
          </p:cNvPr>
          <p:cNvSpPr txBox="1"/>
          <p:nvPr/>
        </p:nvSpPr>
        <p:spPr>
          <a:xfrm>
            <a:off x="397399" y="-6656"/>
            <a:ext cx="17188401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Các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màn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hình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khác</a:t>
            </a:r>
            <a:endParaRPr lang="en-US" sz="6549" dirty="0">
              <a:solidFill>
                <a:srgbClr val="213343"/>
              </a:solidFill>
              <a:latin typeface="Cabin Semi-Bold"/>
            </a:endParaRPr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AAD7B270-04E6-0162-28DD-93C67FE5BAB9}"/>
              </a:ext>
            </a:extLst>
          </p:cNvPr>
          <p:cNvSpPr/>
          <p:nvPr/>
        </p:nvSpPr>
        <p:spPr>
          <a:xfrm>
            <a:off x="3048000" y="5022733"/>
            <a:ext cx="3352800" cy="1293928"/>
          </a:xfrm>
          <a:custGeom>
            <a:avLst/>
            <a:gdLst/>
            <a:ahLst/>
            <a:cxnLst/>
            <a:rect l="l" t="t" r="r" b="b"/>
            <a:pathLst>
              <a:path w="2032782" h="338667">
                <a:moveTo>
                  <a:pt x="169333" y="0"/>
                </a:moveTo>
                <a:lnTo>
                  <a:pt x="1863449" y="0"/>
                </a:lnTo>
                <a:cubicBezTo>
                  <a:pt x="1956969" y="0"/>
                  <a:pt x="2032782" y="75813"/>
                  <a:pt x="2032782" y="169333"/>
                </a:cubicBezTo>
                <a:lnTo>
                  <a:pt x="2032782" y="169333"/>
                </a:lnTo>
                <a:cubicBezTo>
                  <a:pt x="2032782" y="262854"/>
                  <a:pt x="1956969" y="338667"/>
                  <a:pt x="1863449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FFD24C"/>
          </a:solidFill>
        </p:spPr>
        <p:txBody>
          <a:bodyPr anchor="ctr"/>
          <a:lstStyle/>
          <a:p>
            <a:pPr algn="ctr"/>
            <a:r>
              <a:rPr lang="en-US" b="1" dirty="0"/>
              <a:t>B530</a:t>
            </a:r>
          </a:p>
          <a:p>
            <a:pPr algn="ctr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đoạn</a:t>
            </a:r>
            <a:endParaRPr lang="en-US" dirty="0"/>
          </a:p>
        </p:txBody>
      </p:sp>
      <p:sp>
        <p:nvSpPr>
          <p:cNvPr id="8" name="Freeform 22">
            <a:extLst>
              <a:ext uri="{FF2B5EF4-FFF2-40B4-BE49-F238E27FC236}">
                <a16:creationId xmlns:a16="http://schemas.microsoft.com/office/drawing/2014/main" id="{E0C1DE4F-5A61-C6C7-C736-3ABE34EE75C5}"/>
              </a:ext>
            </a:extLst>
          </p:cNvPr>
          <p:cNvSpPr/>
          <p:nvPr/>
        </p:nvSpPr>
        <p:spPr>
          <a:xfrm>
            <a:off x="11887200" y="5022733"/>
            <a:ext cx="3352800" cy="1293928"/>
          </a:xfrm>
          <a:custGeom>
            <a:avLst/>
            <a:gdLst/>
            <a:ahLst/>
            <a:cxnLst/>
            <a:rect l="l" t="t" r="r" b="b"/>
            <a:pathLst>
              <a:path w="2032782" h="338667">
                <a:moveTo>
                  <a:pt x="169333" y="0"/>
                </a:moveTo>
                <a:lnTo>
                  <a:pt x="1863449" y="0"/>
                </a:lnTo>
                <a:cubicBezTo>
                  <a:pt x="1956969" y="0"/>
                  <a:pt x="2032782" y="75813"/>
                  <a:pt x="2032782" y="169333"/>
                </a:cubicBezTo>
                <a:lnTo>
                  <a:pt x="2032782" y="169333"/>
                </a:lnTo>
                <a:cubicBezTo>
                  <a:pt x="2032782" y="262854"/>
                  <a:pt x="1956969" y="338667"/>
                  <a:pt x="1863449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FFD24C"/>
          </a:solidFill>
        </p:spPr>
        <p:txBody>
          <a:bodyPr anchor="ctr"/>
          <a:lstStyle/>
          <a:p>
            <a:pPr algn="ctr"/>
            <a:r>
              <a:rPr lang="en-US" b="1" dirty="0"/>
              <a:t>C385</a:t>
            </a:r>
          </a:p>
          <a:p>
            <a:pPr algn="ctr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thường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mail)</a:t>
            </a:r>
          </a:p>
        </p:txBody>
      </p:sp>
      <p:sp>
        <p:nvSpPr>
          <p:cNvPr id="10" name="Freeform 22">
            <a:extLst>
              <a:ext uri="{FF2B5EF4-FFF2-40B4-BE49-F238E27FC236}">
                <a16:creationId xmlns:a16="http://schemas.microsoft.com/office/drawing/2014/main" id="{98507AA2-272C-F4AA-CF87-DDD4FF761E7C}"/>
              </a:ext>
            </a:extLst>
          </p:cNvPr>
          <p:cNvSpPr/>
          <p:nvPr/>
        </p:nvSpPr>
        <p:spPr>
          <a:xfrm>
            <a:off x="11887200" y="7810500"/>
            <a:ext cx="3352800" cy="1293928"/>
          </a:xfrm>
          <a:custGeom>
            <a:avLst/>
            <a:gdLst/>
            <a:ahLst/>
            <a:cxnLst/>
            <a:rect l="l" t="t" r="r" b="b"/>
            <a:pathLst>
              <a:path w="2032782" h="338667">
                <a:moveTo>
                  <a:pt x="169333" y="0"/>
                </a:moveTo>
                <a:lnTo>
                  <a:pt x="1863449" y="0"/>
                </a:lnTo>
                <a:cubicBezTo>
                  <a:pt x="1956969" y="0"/>
                  <a:pt x="2032782" y="75813"/>
                  <a:pt x="2032782" y="169333"/>
                </a:cubicBezTo>
                <a:lnTo>
                  <a:pt x="2032782" y="169333"/>
                </a:lnTo>
                <a:cubicBezTo>
                  <a:pt x="2032782" y="262854"/>
                  <a:pt x="1956969" y="338667"/>
                  <a:pt x="1863449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FFD24C"/>
          </a:solidFill>
        </p:spPr>
        <p:txBody>
          <a:bodyPr anchor="ctr"/>
          <a:lstStyle/>
          <a:p>
            <a:pPr algn="ctr"/>
            <a:r>
              <a:rPr lang="en-US" b="1" dirty="0"/>
              <a:t>C390</a:t>
            </a:r>
          </a:p>
          <a:p>
            <a:pPr algn="ctr"/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C385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793A8C-176B-47E2-7FAB-1859506E04BC}"/>
              </a:ext>
            </a:extLst>
          </p:cNvPr>
          <p:cNvCxnSpPr/>
          <p:nvPr/>
        </p:nvCxnSpPr>
        <p:spPr>
          <a:xfrm flipH="1">
            <a:off x="4724400" y="3300118"/>
            <a:ext cx="4343400" cy="1722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64D2D7-053B-9957-BB8F-CCA6820BF9B2}"/>
              </a:ext>
            </a:extLst>
          </p:cNvPr>
          <p:cNvCxnSpPr/>
          <p:nvPr/>
        </p:nvCxnSpPr>
        <p:spPr>
          <a:xfrm>
            <a:off x="9067800" y="3300118"/>
            <a:ext cx="4495800" cy="1722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8344DF2-1FB4-8B3A-D2FC-6E06E75CF2E5}"/>
              </a:ext>
            </a:extLst>
          </p:cNvPr>
          <p:cNvCxnSpPr/>
          <p:nvPr/>
        </p:nvCxnSpPr>
        <p:spPr>
          <a:xfrm>
            <a:off x="13563600" y="6316661"/>
            <a:ext cx="0" cy="1493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61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174673"/>
            <a:chOff x="0" y="0"/>
            <a:chExt cx="4816593" cy="8361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36128"/>
            </a:xfrm>
            <a:custGeom>
              <a:avLst/>
              <a:gdLst/>
              <a:ahLst/>
              <a:cxnLst/>
              <a:rect l="l" t="t" r="r" b="b"/>
              <a:pathLst>
                <a:path w="4816592" h="836128">
                  <a:moveTo>
                    <a:pt x="0" y="0"/>
                  </a:moveTo>
                  <a:lnTo>
                    <a:pt x="4816592" y="0"/>
                  </a:lnTo>
                  <a:lnTo>
                    <a:pt x="4816592" y="836128"/>
                  </a:lnTo>
                  <a:lnTo>
                    <a:pt x="0" y="836128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16593" cy="845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278595" y="6325054"/>
            <a:ext cx="1095055" cy="892470"/>
          </a:xfrm>
          <a:custGeom>
            <a:avLst/>
            <a:gdLst/>
            <a:ahLst/>
            <a:cxnLst/>
            <a:rect l="l" t="t" r="r" b="b"/>
            <a:pathLst>
              <a:path w="1095055" h="892470">
                <a:moveTo>
                  <a:pt x="0" y="0"/>
                </a:moveTo>
                <a:lnTo>
                  <a:pt x="1095055" y="0"/>
                </a:lnTo>
                <a:lnTo>
                  <a:pt x="1095055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94427" y="6325054"/>
            <a:ext cx="866811" cy="892470"/>
          </a:xfrm>
          <a:custGeom>
            <a:avLst/>
            <a:gdLst/>
            <a:ahLst/>
            <a:cxnLst/>
            <a:rect l="l" t="t" r="r" b="b"/>
            <a:pathLst>
              <a:path w="866811" h="892470">
                <a:moveTo>
                  <a:pt x="0" y="0"/>
                </a:moveTo>
                <a:lnTo>
                  <a:pt x="866812" y="0"/>
                </a:lnTo>
                <a:lnTo>
                  <a:pt x="866812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115695" y="6325054"/>
            <a:ext cx="699473" cy="892470"/>
          </a:xfrm>
          <a:custGeom>
            <a:avLst/>
            <a:gdLst/>
            <a:ahLst/>
            <a:cxnLst/>
            <a:rect l="l" t="t" r="r" b="b"/>
            <a:pathLst>
              <a:path w="699473" h="892470">
                <a:moveTo>
                  <a:pt x="0" y="0"/>
                </a:moveTo>
                <a:lnTo>
                  <a:pt x="699474" y="0"/>
                </a:lnTo>
                <a:lnTo>
                  <a:pt x="699474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28700" y="8119104"/>
            <a:ext cx="786019" cy="1044543"/>
          </a:xfrm>
          <a:custGeom>
            <a:avLst/>
            <a:gdLst/>
            <a:ahLst/>
            <a:cxnLst/>
            <a:rect l="l" t="t" r="r" b="b"/>
            <a:pathLst>
              <a:path w="786019" h="1044543">
                <a:moveTo>
                  <a:pt x="0" y="0"/>
                </a:moveTo>
                <a:lnTo>
                  <a:pt x="786019" y="0"/>
                </a:lnTo>
                <a:lnTo>
                  <a:pt x="786019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104511" y="4207932"/>
            <a:ext cx="1072461" cy="1136382"/>
          </a:xfrm>
          <a:custGeom>
            <a:avLst/>
            <a:gdLst/>
            <a:ahLst/>
            <a:cxnLst/>
            <a:rect l="l" t="t" r="r" b="b"/>
            <a:pathLst>
              <a:path w="1072461" h="1136382">
                <a:moveTo>
                  <a:pt x="0" y="0"/>
                </a:moveTo>
                <a:lnTo>
                  <a:pt x="1072461" y="0"/>
                </a:lnTo>
                <a:lnTo>
                  <a:pt x="1072461" y="1136382"/>
                </a:lnTo>
                <a:lnTo>
                  <a:pt x="0" y="11363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912684" y="4207932"/>
            <a:ext cx="1028426" cy="1136382"/>
          </a:xfrm>
          <a:custGeom>
            <a:avLst/>
            <a:gdLst/>
            <a:ahLst/>
            <a:cxnLst/>
            <a:rect l="l" t="t" r="r" b="b"/>
            <a:pathLst>
              <a:path w="1028426" h="1136382">
                <a:moveTo>
                  <a:pt x="0" y="0"/>
                </a:moveTo>
                <a:lnTo>
                  <a:pt x="1028426" y="0"/>
                </a:lnTo>
                <a:lnTo>
                  <a:pt x="1028426" y="1136382"/>
                </a:lnTo>
                <a:lnTo>
                  <a:pt x="0" y="11363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9614588" y="4418852"/>
            <a:ext cx="1267481" cy="714543"/>
          </a:xfrm>
          <a:custGeom>
            <a:avLst/>
            <a:gdLst/>
            <a:ahLst/>
            <a:cxnLst/>
            <a:rect l="l" t="t" r="r" b="b"/>
            <a:pathLst>
              <a:path w="1267481" h="714543">
                <a:moveTo>
                  <a:pt x="0" y="0"/>
                </a:moveTo>
                <a:lnTo>
                  <a:pt x="1267482" y="0"/>
                </a:lnTo>
                <a:lnTo>
                  <a:pt x="1267482" y="714542"/>
                </a:lnTo>
                <a:lnTo>
                  <a:pt x="0" y="7145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3069625" y="6325054"/>
            <a:ext cx="954513" cy="892470"/>
          </a:xfrm>
          <a:custGeom>
            <a:avLst/>
            <a:gdLst/>
            <a:ahLst/>
            <a:cxnLst/>
            <a:rect l="l" t="t" r="r" b="b"/>
            <a:pathLst>
              <a:path w="954513" h="892470">
                <a:moveTo>
                  <a:pt x="0" y="0"/>
                </a:moveTo>
                <a:lnTo>
                  <a:pt x="954513" y="0"/>
                </a:lnTo>
                <a:lnTo>
                  <a:pt x="954513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6092209" y="8119104"/>
            <a:ext cx="1034098" cy="1044543"/>
          </a:xfrm>
          <a:custGeom>
            <a:avLst/>
            <a:gdLst/>
            <a:ahLst/>
            <a:cxnLst/>
            <a:rect l="l" t="t" r="r" b="b"/>
            <a:pathLst>
              <a:path w="1034098" h="1044543">
                <a:moveTo>
                  <a:pt x="0" y="0"/>
                </a:moveTo>
                <a:lnTo>
                  <a:pt x="1034098" y="0"/>
                </a:lnTo>
                <a:lnTo>
                  <a:pt x="1034098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3212644" y="4173321"/>
            <a:ext cx="1239696" cy="1205604"/>
          </a:xfrm>
          <a:custGeom>
            <a:avLst/>
            <a:gdLst/>
            <a:ahLst/>
            <a:cxnLst/>
            <a:rect l="l" t="t" r="r" b="b"/>
            <a:pathLst>
              <a:path w="1239696" h="1205604">
                <a:moveTo>
                  <a:pt x="0" y="0"/>
                </a:moveTo>
                <a:lnTo>
                  <a:pt x="1239696" y="0"/>
                </a:lnTo>
                <a:lnTo>
                  <a:pt x="1239696" y="1205604"/>
                </a:lnTo>
                <a:lnTo>
                  <a:pt x="0" y="12056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3511398" y="8119104"/>
            <a:ext cx="1098074" cy="1044543"/>
          </a:xfrm>
          <a:custGeom>
            <a:avLst/>
            <a:gdLst/>
            <a:ahLst/>
            <a:cxnLst/>
            <a:rect l="l" t="t" r="r" b="b"/>
            <a:pathLst>
              <a:path w="1098074" h="1044543">
                <a:moveTo>
                  <a:pt x="0" y="0"/>
                </a:moveTo>
                <a:lnTo>
                  <a:pt x="1098074" y="0"/>
                </a:lnTo>
                <a:lnTo>
                  <a:pt x="1098074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4615741" y="4207932"/>
            <a:ext cx="1133542" cy="1136382"/>
          </a:xfrm>
          <a:custGeom>
            <a:avLst/>
            <a:gdLst/>
            <a:ahLst/>
            <a:cxnLst/>
            <a:rect l="l" t="t" r="r" b="b"/>
            <a:pathLst>
              <a:path w="1133542" h="1136382">
                <a:moveTo>
                  <a:pt x="0" y="0"/>
                </a:moveTo>
                <a:lnTo>
                  <a:pt x="1133542" y="0"/>
                </a:lnTo>
                <a:lnTo>
                  <a:pt x="1133542" y="1136382"/>
                </a:lnTo>
                <a:lnTo>
                  <a:pt x="0" y="113638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4828569" y="8119104"/>
            <a:ext cx="1044543" cy="1044543"/>
          </a:xfrm>
          <a:custGeom>
            <a:avLst/>
            <a:gdLst/>
            <a:ahLst/>
            <a:cxnLst/>
            <a:rect l="l" t="t" r="r" b="b"/>
            <a:pathLst>
              <a:path w="1044543" h="1044543">
                <a:moveTo>
                  <a:pt x="0" y="0"/>
                </a:moveTo>
                <a:lnTo>
                  <a:pt x="1044543" y="0"/>
                </a:lnTo>
                <a:lnTo>
                  <a:pt x="1044543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9824303" y="8119104"/>
            <a:ext cx="974037" cy="1044543"/>
          </a:xfrm>
          <a:custGeom>
            <a:avLst/>
            <a:gdLst/>
            <a:ahLst/>
            <a:cxnLst/>
            <a:rect l="l" t="t" r="r" b="b"/>
            <a:pathLst>
              <a:path w="974037" h="1044543">
                <a:moveTo>
                  <a:pt x="0" y="0"/>
                </a:moveTo>
                <a:lnTo>
                  <a:pt x="974037" y="0"/>
                </a:lnTo>
                <a:lnTo>
                  <a:pt x="974037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8498405" y="8119104"/>
            <a:ext cx="1106801" cy="1044543"/>
          </a:xfrm>
          <a:custGeom>
            <a:avLst/>
            <a:gdLst/>
            <a:ahLst/>
            <a:cxnLst/>
            <a:rect l="l" t="t" r="r" b="b"/>
            <a:pathLst>
              <a:path w="1106801" h="1044543">
                <a:moveTo>
                  <a:pt x="0" y="0"/>
                </a:moveTo>
                <a:lnTo>
                  <a:pt x="1106801" y="0"/>
                </a:lnTo>
                <a:lnTo>
                  <a:pt x="1106801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1017436" y="8119104"/>
            <a:ext cx="1085240" cy="1044543"/>
          </a:xfrm>
          <a:custGeom>
            <a:avLst/>
            <a:gdLst/>
            <a:ahLst/>
            <a:cxnLst/>
            <a:rect l="l" t="t" r="r" b="b"/>
            <a:pathLst>
              <a:path w="1085240" h="1044543">
                <a:moveTo>
                  <a:pt x="0" y="0"/>
                </a:moveTo>
                <a:lnTo>
                  <a:pt x="1085240" y="0"/>
                </a:lnTo>
                <a:lnTo>
                  <a:pt x="1085240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772637" y="4272661"/>
            <a:ext cx="1276606" cy="1006923"/>
          </a:xfrm>
          <a:custGeom>
            <a:avLst/>
            <a:gdLst/>
            <a:ahLst/>
            <a:cxnLst/>
            <a:rect l="l" t="t" r="r" b="b"/>
            <a:pathLst>
              <a:path w="1276606" h="1006923">
                <a:moveTo>
                  <a:pt x="0" y="0"/>
                </a:moveTo>
                <a:lnTo>
                  <a:pt x="1276606" y="0"/>
                </a:lnTo>
                <a:lnTo>
                  <a:pt x="1276606" y="1006924"/>
                </a:lnTo>
                <a:lnTo>
                  <a:pt x="0" y="100692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6780645" y="6325054"/>
            <a:ext cx="876852" cy="892470"/>
          </a:xfrm>
          <a:custGeom>
            <a:avLst/>
            <a:gdLst/>
            <a:ahLst/>
            <a:cxnLst/>
            <a:rect l="l" t="t" r="r" b="b"/>
            <a:pathLst>
              <a:path w="876852" h="892470">
                <a:moveTo>
                  <a:pt x="0" y="0"/>
                </a:moveTo>
                <a:lnTo>
                  <a:pt x="876852" y="0"/>
                </a:lnTo>
                <a:lnTo>
                  <a:pt x="876852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2033816" y="8119104"/>
            <a:ext cx="1258486" cy="1044543"/>
          </a:xfrm>
          <a:custGeom>
            <a:avLst/>
            <a:gdLst/>
            <a:ahLst/>
            <a:cxnLst/>
            <a:rect l="l" t="t" r="r" b="b"/>
            <a:pathLst>
              <a:path w="1258486" h="1044543">
                <a:moveTo>
                  <a:pt x="0" y="0"/>
                </a:moveTo>
                <a:lnTo>
                  <a:pt x="1258485" y="0"/>
                </a:lnTo>
                <a:lnTo>
                  <a:pt x="1258485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5628106" y="6325054"/>
            <a:ext cx="898083" cy="892470"/>
          </a:xfrm>
          <a:custGeom>
            <a:avLst/>
            <a:gdLst/>
            <a:ahLst/>
            <a:cxnLst/>
            <a:rect l="l" t="t" r="r" b="b"/>
            <a:pathLst>
              <a:path w="898083" h="892470">
                <a:moveTo>
                  <a:pt x="0" y="0"/>
                </a:moveTo>
                <a:lnTo>
                  <a:pt x="898083" y="0"/>
                </a:lnTo>
                <a:lnTo>
                  <a:pt x="898083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7911953" y="6643841"/>
            <a:ext cx="1243391" cy="254895"/>
          </a:xfrm>
          <a:custGeom>
            <a:avLst/>
            <a:gdLst/>
            <a:ahLst/>
            <a:cxnLst/>
            <a:rect l="l" t="t" r="r" b="b"/>
            <a:pathLst>
              <a:path w="1243391" h="254895">
                <a:moveTo>
                  <a:pt x="0" y="0"/>
                </a:moveTo>
                <a:lnTo>
                  <a:pt x="1243391" y="0"/>
                </a:lnTo>
                <a:lnTo>
                  <a:pt x="1243391" y="254896"/>
                </a:lnTo>
                <a:lnTo>
                  <a:pt x="0" y="25489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994427" y="4142300"/>
            <a:ext cx="614808" cy="1267645"/>
          </a:xfrm>
          <a:custGeom>
            <a:avLst/>
            <a:gdLst/>
            <a:ahLst/>
            <a:cxnLst/>
            <a:rect l="l" t="t" r="r" b="b"/>
            <a:pathLst>
              <a:path w="614808" h="1267645">
                <a:moveTo>
                  <a:pt x="0" y="0"/>
                </a:moveTo>
                <a:lnTo>
                  <a:pt x="614808" y="0"/>
                </a:lnTo>
                <a:lnTo>
                  <a:pt x="614808" y="1267646"/>
                </a:lnTo>
                <a:lnTo>
                  <a:pt x="0" y="126764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8340373" y="4207932"/>
            <a:ext cx="1110814" cy="1136382"/>
          </a:xfrm>
          <a:custGeom>
            <a:avLst/>
            <a:gdLst/>
            <a:ahLst/>
            <a:cxnLst/>
            <a:rect l="l" t="t" r="r" b="b"/>
            <a:pathLst>
              <a:path w="1110814" h="1136382">
                <a:moveTo>
                  <a:pt x="0" y="0"/>
                </a:moveTo>
                <a:lnTo>
                  <a:pt x="1110814" y="0"/>
                </a:lnTo>
                <a:lnTo>
                  <a:pt x="1110814" y="1136382"/>
                </a:lnTo>
                <a:lnTo>
                  <a:pt x="0" y="113638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1045471" y="4244097"/>
            <a:ext cx="1183923" cy="1064051"/>
          </a:xfrm>
          <a:custGeom>
            <a:avLst/>
            <a:gdLst/>
            <a:ahLst/>
            <a:cxnLst/>
            <a:rect l="l" t="t" r="r" b="b"/>
            <a:pathLst>
              <a:path w="1183923" h="1064051">
                <a:moveTo>
                  <a:pt x="0" y="0"/>
                </a:moveTo>
                <a:lnTo>
                  <a:pt x="1183924" y="0"/>
                </a:lnTo>
                <a:lnTo>
                  <a:pt x="1183924" y="1064052"/>
                </a:lnTo>
                <a:lnTo>
                  <a:pt x="0" y="106405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4843443" y="4273563"/>
            <a:ext cx="1137335" cy="1005120"/>
          </a:xfrm>
          <a:custGeom>
            <a:avLst/>
            <a:gdLst/>
            <a:ahLst/>
            <a:cxnLst/>
            <a:rect l="l" t="t" r="r" b="b"/>
            <a:pathLst>
              <a:path w="1137335" h="1005120">
                <a:moveTo>
                  <a:pt x="0" y="0"/>
                </a:moveTo>
                <a:lnTo>
                  <a:pt x="1137335" y="0"/>
                </a:lnTo>
                <a:lnTo>
                  <a:pt x="1137335" y="1005120"/>
                </a:lnTo>
                <a:lnTo>
                  <a:pt x="0" y="100512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6144179" y="4243653"/>
            <a:ext cx="1115121" cy="1064941"/>
          </a:xfrm>
          <a:custGeom>
            <a:avLst/>
            <a:gdLst/>
            <a:ahLst/>
            <a:cxnLst/>
            <a:rect l="l" t="t" r="r" b="b"/>
            <a:pathLst>
              <a:path w="1115121" h="1064941">
                <a:moveTo>
                  <a:pt x="0" y="0"/>
                </a:moveTo>
                <a:lnTo>
                  <a:pt x="1115121" y="0"/>
                </a:lnTo>
                <a:lnTo>
                  <a:pt x="1115121" y="1064940"/>
                </a:lnTo>
                <a:lnTo>
                  <a:pt x="0" y="106494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9409801" y="6378614"/>
            <a:ext cx="1165641" cy="785350"/>
          </a:xfrm>
          <a:custGeom>
            <a:avLst/>
            <a:gdLst/>
            <a:ahLst/>
            <a:cxnLst/>
            <a:rect l="l" t="t" r="r" b="b"/>
            <a:pathLst>
              <a:path w="1165641" h="785350">
                <a:moveTo>
                  <a:pt x="0" y="0"/>
                </a:moveTo>
                <a:lnTo>
                  <a:pt x="1165640" y="0"/>
                </a:lnTo>
                <a:lnTo>
                  <a:pt x="1165640" y="785350"/>
                </a:lnTo>
                <a:lnTo>
                  <a:pt x="0" y="78535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2321773" y="8047837"/>
            <a:ext cx="1212850" cy="1187077"/>
          </a:xfrm>
          <a:custGeom>
            <a:avLst/>
            <a:gdLst/>
            <a:ahLst/>
            <a:cxnLst/>
            <a:rect l="l" t="t" r="r" b="b"/>
            <a:pathLst>
              <a:path w="1212850" h="1187077">
                <a:moveTo>
                  <a:pt x="0" y="0"/>
                </a:moveTo>
                <a:lnTo>
                  <a:pt x="1212849" y="0"/>
                </a:lnTo>
                <a:lnTo>
                  <a:pt x="1212849" y="1187077"/>
                </a:lnTo>
                <a:lnTo>
                  <a:pt x="0" y="118707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3582513" y="6195954"/>
            <a:ext cx="978069" cy="1150669"/>
          </a:xfrm>
          <a:custGeom>
            <a:avLst/>
            <a:gdLst/>
            <a:ahLst/>
            <a:cxnLst/>
            <a:rect l="l" t="t" r="r" b="b"/>
            <a:pathLst>
              <a:path w="978069" h="1150669">
                <a:moveTo>
                  <a:pt x="0" y="0"/>
                </a:moveTo>
                <a:lnTo>
                  <a:pt x="978068" y="0"/>
                </a:lnTo>
                <a:lnTo>
                  <a:pt x="978068" y="1150670"/>
                </a:lnTo>
                <a:lnTo>
                  <a:pt x="0" y="115067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2218944" y="6126456"/>
            <a:ext cx="1109113" cy="1289666"/>
          </a:xfrm>
          <a:custGeom>
            <a:avLst/>
            <a:gdLst/>
            <a:ahLst/>
            <a:cxnLst/>
            <a:rect l="l" t="t" r="r" b="b"/>
            <a:pathLst>
              <a:path w="1109113" h="1289666">
                <a:moveTo>
                  <a:pt x="0" y="0"/>
                </a:moveTo>
                <a:lnTo>
                  <a:pt x="1109112" y="0"/>
                </a:lnTo>
                <a:lnTo>
                  <a:pt x="1109112" y="1289666"/>
                </a:lnTo>
                <a:lnTo>
                  <a:pt x="0" y="1289666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2392796" y="4198178"/>
            <a:ext cx="1145776" cy="1155890"/>
          </a:xfrm>
          <a:custGeom>
            <a:avLst/>
            <a:gdLst/>
            <a:ahLst/>
            <a:cxnLst/>
            <a:rect l="l" t="t" r="r" b="b"/>
            <a:pathLst>
              <a:path w="1145776" h="1155890">
                <a:moveTo>
                  <a:pt x="0" y="0"/>
                </a:moveTo>
                <a:lnTo>
                  <a:pt x="1145775" y="0"/>
                </a:lnTo>
                <a:lnTo>
                  <a:pt x="1145775" y="1155890"/>
                </a:lnTo>
                <a:lnTo>
                  <a:pt x="0" y="115589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7345404" y="8102325"/>
            <a:ext cx="933905" cy="1078101"/>
          </a:xfrm>
          <a:custGeom>
            <a:avLst/>
            <a:gdLst/>
            <a:ahLst/>
            <a:cxnLst/>
            <a:rect l="l" t="t" r="r" b="b"/>
            <a:pathLst>
              <a:path w="933905" h="1078101">
                <a:moveTo>
                  <a:pt x="0" y="0"/>
                </a:moveTo>
                <a:lnTo>
                  <a:pt x="933905" y="0"/>
                </a:lnTo>
                <a:lnTo>
                  <a:pt x="933905" y="1078101"/>
                </a:lnTo>
                <a:lnTo>
                  <a:pt x="0" y="1078101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0968086" y="6195954"/>
            <a:ext cx="1134590" cy="1136010"/>
          </a:xfrm>
          <a:custGeom>
            <a:avLst/>
            <a:gdLst/>
            <a:ahLst/>
            <a:cxnLst/>
            <a:rect l="l" t="t" r="r" b="b"/>
            <a:pathLst>
              <a:path w="1134590" h="1136010">
                <a:moveTo>
                  <a:pt x="0" y="0"/>
                </a:moveTo>
                <a:lnTo>
                  <a:pt x="1134589" y="0"/>
                </a:lnTo>
                <a:lnTo>
                  <a:pt x="1134589" y="1136010"/>
                </a:lnTo>
                <a:lnTo>
                  <a:pt x="0" y="113601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13753719" y="8149250"/>
            <a:ext cx="935039" cy="984251"/>
          </a:xfrm>
          <a:custGeom>
            <a:avLst/>
            <a:gdLst/>
            <a:ahLst/>
            <a:cxnLst/>
            <a:rect l="l" t="t" r="r" b="b"/>
            <a:pathLst>
              <a:path w="935039" h="984251">
                <a:moveTo>
                  <a:pt x="0" y="0"/>
                </a:moveTo>
                <a:lnTo>
                  <a:pt x="935039" y="0"/>
                </a:lnTo>
                <a:lnTo>
                  <a:pt x="935039" y="984251"/>
                </a:lnTo>
                <a:lnTo>
                  <a:pt x="0" y="984251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14815038" y="6234336"/>
            <a:ext cx="820196" cy="1073907"/>
          </a:xfrm>
          <a:custGeom>
            <a:avLst/>
            <a:gdLst/>
            <a:ahLst/>
            <a:cxnLst/>
            <a:rect l="l" t="t" r="r" b="b"/>
            <a:pathLst>
              <a:path w="820196" h="1073907">
                <a:moveTo>
                  <a:pt x="0" y="0"/>
                </a:moveTo>
                <a:lnTo>
                  <a:pt x="820196" y="0"/>
                </a:lnTo>
                <a:lnTo>
                  <a:pt x="820196" y="1073906"/>
                </a:lnTo>
                <a:lnTo>
                  <a:pt x="0" y="1073906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14907855" y="8054182"/>
            <a:ext cx="884857" cy="1174388"/>
          </a:xfrm>
          <a:custGeom>
            <a:avLst/>
            <a:gdLst/>
            <a:ahLst/>
            <a:cxnLst/>
            <a:rect l="l" t="t" r="r" b="b"/>
            <a:pathLst>
              <a:path w="884857" h="1174388">
                <a:moveTo>
                  <a:pt x="0" y="0"/>
                </a:moveTo>
                <a:lnTo>
                  <a:pt x="884857" y="0"/>
                </a:lnTo>
                <a:lnTo>
                  <a:pt x="884857" y="1174387"/>
                </a:lnTo>
                <a:lnTo>
                  <a:pt x="0" y="1174387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r="-119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15889690" y="6290095"/>
            <a:ext cx="1212457" cy="962388"/>
          </a:xfrm>
          <a:custGeom>
            <a:avLst/>
            <a:gdLst/>
            <a:ahLst/>
            <a:cxnLst/>
            <a:rect l="l" t="t" r="r" b="b"/>
            <a:pathLst>
              <a:path w="1212457" h="962388">
                <a:moveTo>
                  <a:pt x="0" y="0"/>
                </a:moveTo>
                <a:lnTo>
                  <a:pt x="1212457" y="0"/>
                </a:lnTo>
                <a:lnTo>
                  <a:pt x="1212457" y="962388"/>
                </a:lnTo>
                <a:lnTo>
                  <a:pt x="0" y="962388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16011809" y="8060730"/>
            <a:ext cx="1139517" cy="1161291"/>
          </a:xfrm>
          <a:custGeom>
            <a:avLst/>
            <a:gdLst/>
            <a:ahLst/>
            <a:cxnLst/>
            <a:rect l="l" t="t" r="r" b="b"/>
            <a:pathLst>
              <a:path w="1139517" h="1161291">
                <a:moveTo>
                  <a:pt x="0" y="0"/>
                </a:moveTo>
                <a:lnTo>
                  <a:pt x="1139517" y="0"/>
                </a:lnTo>
                <a:lnTo>
                  <a:pt x="1139517" y="1161291"/>
                </a:lnTo>
                <a:lnTo>
                  <a:pt x="0" y="1161291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43"/>
          <p:cNvSpPr/>
          <p:nvPr/>
        </p:nvSpPr>
        <p:spPr>
          <a:xfrm>
            <a:off x="13701973" y="4232751"/>
            <a:ext cx="978069" cy="1086743"/>
          </a:xfrm>
          <a:custGeom>
            <a:avLst/>
            <a:gdLst/>
            <a:ahLst/>
            <a:cxnLst/>
            <a:rect l="l" t="t" r="r" b="b"/>
            <a:pathLst>
              <a:path w="978069" h="1086743">
                <a:moveTo>
                  <a:pt x="0" y="0"/>
                </a:moveTo>
                <a:lnTo>
                  <a:pt x="978069" y="0"/>
                </a:lnTo>
                <a:lnTo>
                  <a:pt x="978069" y="1086744"/>
                </a:lnTo>
                <a:lnTo>
                  <a:pt x="0" y="108674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1033078" y="628486"/>
            <a:ext cx="5059131" cy="197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000">
                <a:solidFill>
                  <a:srgbClr val="213343"/>
                </a:solidFill>
                <a:latin typeface="Cabin Semi-Bold"/>
              </a:rPr>
              <a:t>Trang</a:t>
            </a:r>
          </a:p>
          <a:p>
            <a:pPr algn="l">
              <a:lnSpc>
                <a:spcPts val="7700"/>
              </a:lnSpc>
            </a:pPr>
            <a:r>
              <a:rPr lang="en-US" sz="7000">
                <a:solidFill>
                  <a:srgbClr val="213343"/>
                </a:solidFill>
                <a:latin typeface="Cabin Semi-Bold"/>
              </a:rPr>
              <a:t>Tài nguyên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657497" y="1099656"/>
            <a:ext cx="9739868" cy="89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spc="-19">
                <a:solidFill>
                  <a:srgbClr val="213343"/>
                </a:solidFill>
                <a:latin typeface="Muli"/>
              </a:rPr>
              <a:t>Sử dụng các tài nguyên thiết kế này trong Bản thuyết trình Canva</a:t>
            </a:r>
          </a:p>
          <a:p>
            <a:pPr algn="l">
              <a:lnSpc>
                <a:spcPts val="3600"/>
              </a:lnSpc>
            </a:pPr>
            <a:r>
              <a:rPr lang="en-US" sz="2400" spc="-19">
                <a:solidFill>
                  <a:srgbClr val="213343"/>
                </a:solidFill>
                <a:latin typeface="Muli"/>
              </a:rPr>
              <a:t>của bạn. Thiết kế vui vẻ! </a:t>
            </a:r>
            <a:r>
              <a:rPr lang="en-US" sz="2400" spc="-19">
                <a:solidFill>
                  <a:srgbClr val="213343"/>
                </a:solidFill>
                <a:latin typeface="Muli Semi-Bold"/>
              </a:rPr>
              <a:t>Xóa hoặc giấu trang này trước khi trình bày.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246</Words>
  <Application>Microsoft Office PowerPoint</Application>
  <PresentationFormat>Custom</PresentationFormat>
  <Paragraphs>51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Cabin Semi-Bold</vt:lpstr>
      <vt:lpstr>Aptos</vt:lpstr>
      <vt:lpstr>Muli Semi-Bold</vt:lpstr>
      <vt:lpstr>Cabin Bold</vt:lpstr>
      <vt:lpstr>Muli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 Hồng Xanh lá Thực hiện Dự án Bản thuyết trình Lên ý tưởng</dc:title>
  <dc:creator>Duy-IT</dc:creator>
  <cp:lastModifiedBy>Administrator</cp:lastModifiedBy>
  <cp:revision>44</cp:revision>
  <dcterms:created xsi:type="dcterms:W3CDTF">2006-08-16T00:00:00Z</dcterms:created>
  <dcterms:modified xsi:type="dcterms:W3CDTF">2026-02-20T09:22:35Z</dcterms:modified>
  <dc:identifier>DAGGkNqtYQ8</dc:identifier>
</cp:coreProperties>
</file>