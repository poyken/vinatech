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2" r:id="rId7"/>
  </p:sldIdLst>
  <p:sldSz cx="12192000" cy="6858000"/>
  <p:notesSz cx="6858000" cy="9144000"/>
  <p:defaultTextStyle>
    <a:defPPr>
      <a:defRPr lang="vi-V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E3D099B-E8E5-4012-87DA-77BA3BFF38D3}" v="664" dt="2024-12-11T02:30:25.240"/>
    <p1510:client id="{86F0C600-9268-3E83-70B9-1984B4A03ABE}" v="23" dt="2024-12-11T02:54:06.37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5" d="100"/>
          <a:sy n="75" d="100"/>
        </p:scale>
        <p:origin x="874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êu đề Bản chiế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vi-VN"/>
              <a:t>Bấm để sửa kiểu tiêu đề Bản cái</a:t>
            </a:r>
          </a:p>
        </p:txBody>
      </p:sp>
      <p:sp>
        <p:nvSpPr>
          <p:cNvPr id="3" name="Tiêu đề phụ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vi-VN"/>
              <a:t>Bấm &amp; sửa kiểu phụ đề của Bản chính</a:t>
            </a:r>
          </a:p>
        </p:txBody>
      </p:sp>
      <p:sp>
        <p:nvSpPr>
          <p:cNvPr id="4" name="Chỗ dành sẵn cho Ngày tháng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87236D-C680-4349-9A96-AEA01B6A4E8F}" type="datetimeFigureOut">
              <a:rPr lang="vi-VN" smtClean="0"/>
              <a:t>11/12/2024</a:t>
            </a:fld>
            <a:endParaRPr lang="vi-VN"/>
          </a:p>
        </p:txBody>
      </p:sp>
      <p:sp>
        <p:nvSpPr>
          <p:cNvPr id="5" name="Chỗ dành sẵn cho Chân trang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Chỗ dành sẵn cho Số hiệu Bản chiế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45828D-F580-42DE-B77E-860980F07F32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1775090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êu đề và Nội d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Bấm để sửa kiểu tiêu đề Bản cái</a:t>
            </a:r>
          </a:p>
        </p:txBody>
      </p:sp>
      <p:sp>
        <p:nvSpPr>
          <p:cNvPr id="3" name="Chỗ dành sẵn cho Nội dung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vi-VN"/>
              <a:t>Bấm để sửa kiểu văn bản Bản cái</a:t>
            </a:r>
          </a:p>
          <a:p>
            <a:pPr lvl="1"/>
            <a:r>
              <a:rPr lang="vi-VN"/>
              <a:t>Mức hai</a:t>
            </a:r>
          </a:p>
          <a:p>
            <a:pPr lvl="2"/>
            <a:r>
              <a:rPr lang="vi-VN"/>
              <a:t>Mức ba</a:t>
            </a:r>
          </a:p>
          <a:p>
            <a:pPr lvl="3"/>
            <a:r>
              <a:rPr lang="vi-VN"/>
              <a:t>Mức bốn</a:t>
            </a:r>
          </a:p>
          <a:p>
            <a:pPr lvl="4"/>
            <a:r>
              <a:rPr lang="vi-VN"/>
              <a:t>Mức năm</a:t>
            </a:r>
          </a:p>
        </p:txBody>
      </p:sp>
      <p:sp>
        <p:nvSpPr>
          <p:cNvPr id="4" name="Chỗ dành sẵn cho Ngày tháng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87236D-C680-4349-9A96-AEA01B6A4E8F}" type="datetimeFigureOut">
              <a:rPr lang="vi-VN" smtClean="0"/>
              <a:t>11/12/2024</a:t>
            </a:fld>
            <a:endParaRPr lang="vi-VN"/>
          </a:p>
        </p:txBody>
      </p:sp>
      <p:sp>
        <p:nvSpPr>
          <p:cNvPr id="5" name="Chỗ dành sẵn cho Chân trang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Chỗ dành sẵn cho Số hiệu Bản chiế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45828D-F580-42DE-B77E-860980F07F32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42739312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Đầu trang của Phầ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vi-VN"/>
              <a:t>Bấm để sửa kiểu tiêu đề Bản cái</a:t>
            </a:r>
          </a:p>
        </p:txBody>
      </p:sp>
      <p:sp>
        <p:nvSpPr>
          <p:cNvPr id="3" name="Chỗ dành sẵn cho Văn bản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vi-VN"/>
              <a:t>Bấm để sửa kiểu văn bản Bản cái</a:t>
            </a:r>
          </a:p>
        </p:txBody>
      </p:sp>
      <p:sp>
        <p:nvSpPr>
          <p:cNvPr id="4" name="Chỗ dành sẵn cho Ngày tháng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87236D-C680-4349-9A96-AEA01B6A4E8F}" type="datetimeFigureOut">
              <a:rPr lang="vi-VN" smtClean="0"/>
              <a:t>11/12/2024</a:t>
            </a:fld>
            <a:endParaRPr lang="vi-VN"/>
          </a:p>
        </p:txBody>
      </p:sp>
      <p:sp>
        <p:nvSpPr>
          <p:cNvPr id="5" name="Chỗ dành sẵn cho Chân trang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Chỗ dành sẵn cho Số hiệu Bản chiế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45828D-F580-42DE-B77E-860980F07F32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2393449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Hai Nội d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Bấm để sửa kiểu tiêu đề Bản cái</a:t>
            </a:r>
          </a:p>
        </p:txBody>
      </p:sp>
      <p:sp>
        <p:nvSpPr>
          <p:cNvPr id="3" name="Chỗ dành sẵn cho Nội dung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vi-VN"/>
              <a:t>Bấm để sửa kiểu văn bản Bản cái</a:t>
            </a:r>
          </a:p>
          <a:p>
            <a:pPr lvl="1"/>
            <a:r>
              <a:rPr lang="vi-VN"/>
              <a:t>Mức hai</a:t>
            </a:r>
          </a:p>
          <a:p>
            <a:pPr lvl="2"/>
            <a:r>
              <a:rPr lang="vi-VN"/>
              <a:t>Mức ba</a:t>
            </a:r>
          </a:p>
          <a:p>
            <a:pPr lvl="3"/>
            <a:r>
              <a:rPr lang="vi-VN"/>
              <a:t>Mức bốn</a:t>
            </a:r>
          </a:p>
          <a:p>
            <a:pPr lvl="4"/>
            <a:r>
              <a:rPr lang="vi-VN"/>
              <a:t>Mức năm</a:t>
            </a:r>
          </a:p>
        </p:txBody>
      </p:sp>
      <p:sp>
        <p:nvSpPr>
          <p:cNvPr id="4" name="Chỗ dành sẵn cho Nội dung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vi-VN"/>
              <a:t>Bấm để sửa kiểu văn bản Bản cái</a:t>
            </a:r>
          </a:p>
          <a:p>
            <a:pPr lvl="1"/>
            <a:r>
              <a:rPr lang="vi-VN"/>
              <a:t>Mức hai</a:t>
            </a:r>
          </a:p>
          <a:p>
            <a:pPr lvl="2"/>
            <a:r>
              <a:rPr lang="vi-VN"/>
              <a:t>Mức ba</a:t>
            </a:r>
          </a:p>
          <a:p>
            <a:pPr lvl="3"/>
            <a:r>
              <a:rPr lang="vi-VN"/>
              <a:t>Mức bốn</a:t>
            </a:r>
          </a:p>
          <a:p>
            <a:pPr lvl="4"/>
            <a:r>
              <a:rPr lang="vi-VN"/>
              <a:t>Mức năm</a:t>
            </a:r>
          </a:p>
        </p:txBody>
      </p:sp>
      <p:sp>
        <p:nvSpPr>
          <p:cNvPr id="5" name="Chỗ dành sẵn cho Ngày tháng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87236D-C680-4349-9A96-AEA01B6A4E8F}" type="datetimeFigureOut">
              <a:rPr lang="vi-VN" smtClean="0"/>
              <a:t>11/12/2024</a:t>
            </a:fld>
            <a:endParaRPr lang="vi-VN"/>
          </a:p>
        </p:txBody>
      </p:sp>
      <p:sp>
        <p:nvSpPr>
          <p:cNvPr id="6" name="Chỗ dành sẵn cho Chân trang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Chỗ dành sẵn cho Số hiệu Bản chiế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45828D-F580-42DE-B77E-860980F07F32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714348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hép so sán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vi-VN"/>
              <a:t>Bấm để sửa kiểu tiêu đề Bản cái</a:t>
            </a:r>
          </a:p>
        </p:txBody>
      </p:sp>
      <p:sp>
        <p:nvSpPr>
          <p:cNvPr id="3" name="Chỗ dành sẵn cho Văn bản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vi-VN"/>
              <a:t>Bấm để sửa kiểu văn bản Bản cái</a:t>
            </a:r>
          </a:p>
        </p:txBody>
      </p:sp>
      <p:sp>
        <p:nvSpPr>
          <p:cNvPr id="4" name="Chỗ dành sẵn cho Nội dung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vi-VN"/>
              <a:t>Bấm để sửa kiểu văn bản Bản cái</a:t>
            </a:r>
          </a:p>
          <a:p>
            <a:pPr lvl="1"/>
            <a:r>
              <a:rPr lang="vi-VN"/>
              <a:t>Mức hai</a:t>
            </a:r>
          </a:p>
          <a:p>
            <a:pPr lvl="2"/>
            <a:r>
              <a:rPr lang="vi-VN"/>
              <a:t>Mức ba</a:t>
            </a:r>
          </a:p>
          <a:p>
            <a:pPr lvl="3"/>
            <a:r>
              <a:rPr lang="vi-VN"/>
              <a:t>Mức bốn</a:t>
            </a:r>
          </a:p>
          <a:p>
            <a:pPr lvl="4"/>
            <a:r>
              <a:rPr lang="vi-VN"/>
              <a:t>Mức năm</a:t>
            </a:r>
          </a:p>
        </p:txBody>
      </p:sp>
      <p:sp>
        <p:nvSpPr>
          <p:cNvPr id="5" name="Chỗ dành sẵn cho Văn bản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vi-VN"/>
              <a:t>Bấm để sửa kiểu văn bản Bản cái</a:t>
            </a:r>
          </a:p>
        </p:txBody>
      </p:sp>
      <p:sp>
        <p:nvSpPr>
          <p:cNvPr id="6" name="Chỗ dành sẵn cho Nội dung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vi-VN"/>
              <a:t>Bấm để sửa kiểu văn bản Bản cái</a:t>
            </a:r>
          </a:p>
          <a:p>
            <a:pPr lvl="1"/>
            <a:r>
              <a:rPr lang="vi-VN"/>
              <a:t>Mức hai</a:t>
            </a:r>
          </a:p>
          <a:p>
            <a:pPr lvl="2"/>
            <a:r>
              <a:rPr lang="vi-VN"/>
              <a:t>Mức ba</a:t>
            </a:r>
          </a:p>
          <a:p>
            <a:pPr lvl="3"/>
            <a:r>
              <a:rPr lang="vi-VN"/>
              <a:t>Mức bốn</a:t>
            </a:r>
          </a:p>
          <a:p>
            <a:pPr lvl="4"/>
            <a:r>
              <a:rPr lang="vi-VN"/>
              <a:t>Mức năm</a:t>
            </a:r>
          </a:p>
        </p:txBody>
      </p:sp>
      <p:sp>
        <p:nvSpPr>
          <p:cNvPr id="7" name="Chỗ dành sẵn cho Ngày tháng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87236D-C680-4349-9A96-AEA01B6A4E8F}" type="datetimeFigureOut">
              <a:rPr lang="vi-VN" smtClean="0"/>
              <a:t>11/12/2024</a:t>
            </a:fld>
            <a:endParaRPr lang="vi-VN"/>
          </a:p>
        </p:txBody>
      </p:sp>
      <p:sp>
        <p:nvSpPr>
          <p:cNvPr id="8" name="Chỗ dành sẵn cho Chân trang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9" name="Chỗ dành sẵn cho Số hiệu Bản chiếu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45828D-F580-42DE-B77E-860980F07F32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6953007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hỉ Tiêu đê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Bấm để sửa kiểu tiêu đề Bản cái</a:t>
            </a:r>
          </a:p>
        </p:txBody>
      </p:sp>
      <p:sp>
        <p:nvSpPr>
          <p:cNvPr id="3" name="Chỗ dành sẵn cho Ngày tháng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87236D-C680-4349-9A96-AEA01B6A4E8F}" type="datetimeFigureOut">
              <a:rPr lang="vi-VN" smtClean="0"/>
              <a:t>11/12/2024</a:t>
            </a:fld>
            <a:endParaRPr lang="vi-VN"/>
          </a:p>
        </p:txBody>
      </p:sp>
      <p:sp>
        <p:nvSpPr>
          <p:cNvPr id="4" name="Chỗ dành sẵn cho Chân trang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5" name="Chỗ dành sẵn cho Số hiệu Bản chiếu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45828D-F580-42DE-B77E-860980F07F32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0134013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rố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ỗ dành sẵn cho Ngày tháng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87236D-C680-4349-9A96-AEA01B6A4E8F}" type="datetimeFigureOut">
              <a:rPr lang="vi-VN" smtClean="0"/>
              <a:t>11/12/2024</a:t>
            </a:fld>
            <a:endParaRPr lang="vi-VN"/>
          </a:p>
        </p:txBody>
      </p:sp>
      <p:sp>
        <p:nvSpPr>
          <p:cNvPr id="3" name="Chỗ dành sẵn cho Chân trang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4" name="Chỗ dành sẵn cho Số hiệu Bản chiế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45828D-F580-42DE-B77E-860980F07F32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4385794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Nội dung với Phụ đê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vi-VN"/>
              <a:t>Bấm để sửa kiểu tiêu đề Bản cái</a:t>
            </a:r>
          </a:p>
        </p:txBody>
      </p:sp>
      <p:sp>
        <p:nvSpPr>
          <p:cNvPr id="3" name="Chỗ dành sẵn cho Nội dung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vi-VN"/>
              <a:t>Bấm để sửa kiểu văn bản Bản cái</a:t>
            </a:r>
          </a:p>
          <a:p>
            <a:pPr lvl="1"/>
            <a:r>
              <a:rPr lang="vi-VN"/>
              <a:t>Mức hai</a:t>
            </a:r>
          </a:p>
          <a:p>
            <a:pPr lvl="2"/>
            <a:r>
              <a:rPr lang="vi-VN"/>
              <a:t>Mức ba</a:t>
            </a:r>
          </a:p>
          <a:p>
            <a:pPr lvl="3"/>
            <a:r>
              <a:rPr lang="vi-VN"/>
              <a:t>Mức bốn</a:t>
            </a:r>
          </a:p>
          <a:p>
            <a:pPr lvl="4"/>
            <a:r>
              <a:rPr lang="vi-VN"/>
              <a:t>Mức năm</a:t>
            </a:r>
          </a:p>
        </p:txBody>
      </p:sp>
      <p:sp>
        <p:nvSpPr>
          <p:cNvPr id="4" name="Chỗ dành sẵn cho Văn bản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vi-VN"/>
              <a:t>Bấm để sửa kiểu văn bản Bản cái</a:t>
            </a:r>
          </a:p>
        </p:txBody>
      </p:sp>
      <p:sp>
        <p:nvSpPr>
          <p:cNvPr id="5" name="Chỗ dành sẵn cho Ngày tháng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87236D-C680-4349-9A96-AEA01B6A4E8F}" type="datetimeFigureOut">
              <a:rPr lang="vi-VN" smtClean="0"/>
              <a:t>11/12/2024</a:t>
            </a:fld>
            <a:endParaRPr lang="vi-VN"/>
          </a:p>
        </p:txBody>
      </p:sp>
      <p:sp>
        <p:nvSpPr>
          <p:cNvPr id="6" name="Chỗ dành sẵn cho Chân trang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Chỗ dành sẵn cho Số hiệu Bản chiế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45828D-F580-42DE-B77E-860980F07F32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6380261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Ảnh với Phụ đê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vi-VN"/>
              <a:t>Bấm để sửa kiểu tiêu đề Bản cái</a:t>
            </a:r>
          </a:p>
        </p:txBody>
      </p:sp>
      <p:sp>
        <p:nvSpPr>
          <p:cNvPr id="3" name="Chỗ dành sẵn cho Hình ảnh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vi-VN"/>
          </a:p>
        </p:txBody>
      </p:sp>
      <p:sp>
        <p:nvSpPr>
          <p:cNvPr id="4" name="Chỗ dành sẵn cho Văn bản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vi-VN"/>
              <a:t>Bấm để sửa kiểu văn bản Bản cái</a:t>
            </a:r>
          </a:p>
        </p:txBody>
      </p:sp>
      <p:sp>
        <p:nvSpPr>
          <p:cNvPr id="5" name="Chỗ dành sẵn cho Ngày tháng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87236D-C680-4349-9A96-AEA01B6A4E8F}" type="datetimeFigureOut">
              <a:rPr lang="vi-VN" smtClean="0"/>
              <a:t>11/12/2024</a:t>
            </a:fld>
            <a:endParaRPr lang="vi-VN"/>
          </a:p>
        </p:txBody>
      </p:sp>
      <p:sp>
        <p:nvSpPr>
          <p:cNvPr id="6" name="Chỗ dành sẵn cho Chân trang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Chỗ dành sẵn cho Số hiệu Bản chiế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45828D-F580-42DE-B77E-860980F07F32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8601452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êu đề và Văn bản Dọ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Bấm để sửa kiểu tiêu đề Bản cái</a:t>
            </a:r>
          </a:p>
        </p:txBody>
      </p:sp>
      <p:sp>
        <p:nvSpPr>
          <p:cNvPr id="3" name="Chỗ dành sẵn cho Văn bản Dọc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vi-VN"/>
              <a:t>Bấm để sửa kiểu văn bản Bản cái</a:t>
            </a:r>
          </a:p>
          <a:p>
            <a:pPr lvl="1"/>
            <a:r>
              <a:rPr lang="vi-VN"/>
              <a:t>Mức hai</a:t>
            </a:r>
          </a:p>
          <a:p>
            <a:pPr lvl="2"/>
            <a:r>
              <a:rPr lang="vi-VN"/>
              <a:t>Mức ba</a:t>
            </a:r>
          </a:p>
          <a:p>
            <a:pPr lvl="3"/>
            <a:r>
              <a:rPr lang="vi-VN"/>
              <a:t>Mức bốn</a:t>
            </a:r>
          </a:p>
          <a:p>
            <a:pPr lvl="4"/>
            <a:r>
              <a:rPr lang="vi-VN"/>
              <a:t>Mức năm</a:t>
            </a:r>
          </a:p>
        </p:txBody>
      </p:sp>
      <p:sp>
        <p:nvSpPr>
          <p:cNvPr id="4" name="Chỗ dành sẵn cho Ngày tháng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87236D-C680-4349-9A96-AEA01B6A4E8F}" type="datetimeFigureOut">
              <a:rPr lang="vi-VN" smtClean="0"/>
              <a:t>11/12/2024</a:t>
            </a:fld>
            <a:endParaRPr lang="vi-VN"/>
          </a:p>
        </p:txBody>
      </p:sp>
      <p:sp>
        <p:nvSpPr>
          <p:cNvPr id="5" name="Chỗ dành sẵn cho Chân trang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Chỗ dành sẵn cho Số hiệu Bản chiế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45828D-F580-42DE-B77E-860980F07F32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4474846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êu đề Dọc và Văn bả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Dọc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vi-VN"/>
              <a:t>Bấm để sửa kiểu tiêu đề Bản cái</a:t>
            </a:r>
          </a:p>
        </p:txBody>
      </p:sp>
      <p:sp>
        <p:nvSpPr>
          <p:cNvPr id="3" name="Chỗ dành sẵn cho Văn bản Dọc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vi-VN"/>
              <a:t>Bấm để sửa kiểu văn bản Bản cái</a:t>
            </a:r>
          </a:p>
          <a:p>
            <a:pPr lvl="1"/>
            <a:r>
              <a:rPr lang="vi-VN"/>
              <a:t>Mức hai</a:t>
            </a:r>
          </a:p>
          <a:p>
            <a:pPr lvl="2"/>
            <a:r>
              <a:rPr lang="vi-VN"/>
              <a:t>Mức ba</a:t>
            </a:r>
          </a:p>
          <a:p>
            <a:pPr lvl="3"/>
            <a:r>
              <a:rPr lang="vi-VN"/>
              <a:t>Mức bốn</a:t>
            </a:r>
          </a:p>
          <a:p>
            <a:pPr lvl="4"/>
            <a:r>
              <a:rPr lang="vi-VN"/>
              <a:t>Mức năm</a:t>
            </a:r>
          </a:p>
        </p:txBody>
      </p:sp>
      <p:sp>
        <p:nvSpPr>
          <p:cNvPr id="4" name="Chỗ dành sẵn cho Ngày tháng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87236D-C680-4349-9A96-AEA01B6A4E8F}" type="datetimeFigureOut">
              <a:rPr lang="vi-VN" smtClean="0"/>
              <a:t>11/12/2024</a:t>
            </a:fld>
            <a:endParaRPr lang="vi-VN"/>
          </a:p>
        </p:txBody>
      </p:sp>
      <p:sp>
        <p:nvSpPr>
          <p:cNvPr id="5" name="Chỗ dành sẵn cho Chân trang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Chỗ dành sẵn cho Số hiệu Bản chiế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45828D-F580-42DE-B77E-860980F07F32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950000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ỗ dành sẵn cho Tiêu đê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vi-VN"/>
              <a:t>Bấm để sửa kiểu tiêu đề Bản cái</a:t>
            </a:r>
          </a:p>
        </p:txBody>
      </p:sp>
      <p:sp>
        <p:nvSpPr>
          <p:cNvPr id="3" name="Chỗ dành sẵn cho Văn bản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vi-VN"/>
              <a:t>Bấm để sửa kiểu văn bản Bản cái</a:t>
            </a:r>
          </a:p>
          <a:p>
            <a:pPr lvl="1"/>
            <a:r>
              <a:rPr lang="vi-VN"/>
              <a:t>Mức hai</a:t>
            </a:r>
          </a:p>
          <a:p>
            <a:pPr lvl="2"/>
            <a:r>
              <a:rPr lang="vi-VN"/>
              <a:t>Mức ba</a:t>
            </a:r>
          </a:p>
          <a:p>
            <a:pPr lvl="3"/>
            <a:r>
              <a:rPr lang="vi-VN"/>
              <a:t>Mức bốn</a:t>
            </a:r>
          </a:p>
          <a:p>
            <a:pPr lvl="4"/>
            <a:r>
              <a:rPr lang="vi-VN"/>
              <a:t>Mức năm</a:t>
            </a:r>
          </a:p>
        </p:txBody>
      </p:sp>
      <p:sp>
        <p:nvSpPr>
          <p:cNvPr id="4" name="Chỗ dành sẵn cho Ngày tháng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287236D-C680-4349-9A96-AEA01B6A4E8F}" type="datetimeFigureOut">
              <a:rPr lang="vi-VN" smtClean="0"/>
              <a:t>11/12/2024</a:t>
            </a:fld>
            <a:endParaRPr lang="vi-VN"/>
          </a:p>
        </p:txBody>
      </p:sp>
      <p:sp>
        <p:nvSpPr>
          <p:cNvPr id="5" name="Chỗ dành sẵn cho Chân trang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vi-VN"/>
          </a:p>
        </p:txBody>
      </p:sp>
      <p:sp>
        <p:nvSpPr>
          <p:cNvPr id="6" name="Chỗ dành sẵn cho Số hiệu Bản chiếu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A45828D-F580-42DE-B77E-860980F07F32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3364289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vi-V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vi-VN">
                <a:latin typeface="Times New Roman"/>
                <a:cs typeface="Times New Roman"/>
              </a:rPr>
              <a:t>Hướng dẫn màn A210</a:t>
            </a:r>
          </a:p>
        </p:txBody>
      </p:sp>
      <p:sp>
        <p:nvSpPr>
          <p:cNvPr id="3" name="Tiêu đề phụ 2"/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endParaRPr lang="vi-VN"/>
          </a:p>
          <a:p>
            <a:r>
              <a:rPr lang="vi-VN">
                <a:latin typeface="Arial"/>
                <a:cs typeface="Arial"/>
              </a:rPr>
              <a:t>A210 - Thông tin loại vật liệu</a:t>
            </a:r>
          </a:p>
        </p:txBody>
      </p:sp>
    </p:spTree>
    <p:extLst>
      <p:ext uri="{BB962C8B-B14F-4D97-AF65-F5344CB8AC3E}">
        <p14:creationId xmlns:p14="http://schemas.microsoft.com/office/powerpoint/2010/main" val="25679275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hỗ dành sẵn cho Nội dung 3" descr="Ảnh có chứa văn bản, ảnh chụp màn hình, biểu đồ, hàng&#10;&#10;Mô tả được tự động tạo">
            <a:extLst>
              <a:ext uri="{FF2B5EF4-FFF2-40B4-BE49-F238E27FC236}">
                <a16:creationId xmlns:a16="http://schemas.microsoft.com/office/drawing/2014/main" id="{BE555DDC-23FB-A14A-27A1-D02F3F34D91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50149" y="1825625"/>
            <a:ext cx="8491702" cy="4351338"/>
          </a:xfrm>
        </p:spPr>
      </p:pic>
      <p:sp>
        <p:nvSpPr>
          <p:cNvPr id="6" name="Chỗ dành sẵn cho Nội dung 2">
            <a:extLst>
              <a:ext uri="{FF2B5EF4-FFF2-40B4-BE49-F238E27FC236}">
                <a16:creationId xmlns:a16="http://schemas.microsoft.com/office/drawing/2014/main" id="{5C2DC26C-FC74-CE38-6847-A4F21D042F83}"/>
              </a:ext>
            </a:extLst>
          </p:cNvPr>
          <p:cNvSpPr txBox="1">
            <a:spLocks/>
          </p:cNvSpPr>
          <p:nvPr/>
        </p:nvSpPr>
        <p:spPr>
          <a:xfrm>
            <a:off x="673443" y="373706"/>
            <a:ext cx="10515600" cy="132393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vi-VN" sz="1800" dirty="0">
                <a:latin typeface="Arial"/>
                <a:cs typeface="Arial"/>
              </a:rPr>
              <a:t>Click biểu tượng </a:t>
            </a:r>
            <a:endParaRPr lang="vi-VN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vi-VN" sz="1800" dirty="0">
                <a:latin typeface="Arial"/>
                <a:cs typeface="Arial"/>
              </a:rPr>
              <a:t>để hiện lên cửa sổ tìm kiếm. Nhập A210 tại ô tìm kiếm, màn hình A210 hiện lên. </a:t>
            </a:r>
          </a:p>
          <a:p>
            <a:pPr marL="0" indent="0">
              <a:buNone/>
            </a:pPr>
            <a:r>
              <a:rPr lang="vi-VN" sz="1800" dirty="0">
                <a:latin typeface="Arial"/>
                <a:cs typeface="Arial"/>
              </a:rPr>
              <a:t>Click vào </a:t>
            </a:r>
            <a:r>
              <a:rPr lang="vi-VN" sz="1800" b="1" dirty="0">
                <a:latin typeface="Arial"/>
                <a:cs typeface="Arial"/>
              </a:rPr>
              <a:t>[A210] Thông tin loại vật liệu </a:t>
            </a:r>
            <a:r>
              <a:rPr lang="vi-VN" sz="1800" dirty="0">
                <a:latin typeface="Arial"/>
                <a:cs typeface="Arial"/>
              </a:rPr>
              <a:t>để mở màn hình</a:t>
            </a:r>
            <a:endParaRPr lang="vi-VN" sz="1800" dirty="0"/>
          </a:p>
        </p:txBody>
      </p:sp>
      <p:pic>
        <p:nvPicPr>
          <p:cNvPr id="8" name="Hình ảnh 7">
            <a:extLst>
              <a:ext uri="{FF2B5EF4-FFF2-40B4-BE49-F238E27FC236}">
                <a16:creationId xmlns:a16="http://schemas.microsoft.com/office/drawing/2014/main" id="{49F2FBF0-7980-D3C2-21DC-0F397AB539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17756" y="376200"/>
            <a:ext cx="444953" cy="4041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14366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hỗ dành sẵn cho Nội dung 2">
            <a:extLst>
              <a:ext uri="{FF2B5EF4-FFF2-40B4-BE49-F238E27FC236}">
                <a16:creationId xmlns:a16="http://schemas.microsoft.com/office/drawing/2014/main" id="{0F3EEC45-0A1E-742F-3699-7FE8018D4C4A}"/>
              </a:ext>
            </a:extLst>
          </p:cNvPr>
          <p:cNvSpPr txBox="1">
            <a:spLocks/>
          </p:cNvSpPr>
          <p:nvPr/>
        </p:nvSpPr>
        <p:spPr>
          <a:xfrm>
            <a:off x="673443" y="373706"/>
            <a:ext cx="10515600" cy="132393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vi-VN" sz="1800">
                <a:latin typeface="Arial"/>
                <a:cs typeface="Arial"/>
              </a:rPr>
              <a:t>Tại màn A210, </a:t>
            </a:r>
            <a:r>
              <a:rPr lang="vi-VN" sz="1800" err="1">
                <a:latin typeface="Arial"/>
                <a:cs typeface="Arial"/>
              </a:rPr>
              <a:t>click</a:t>
            </a:r>
            <a:r>
              <a:rPr lang="vi-VN" sz="1800">
                <a:latin typeface="Arial"/>
                <a:cs typeface="Arial"/>
              </a:rPr>
              <a:t> biểu tượng dấu </a:t>
            </a:r>
            <a:r>
              <a:rPr lang="vi-VN" sz="1800" err="1">
                <a:latin typeface="Arial"/>
                <a:cs typeface="Arial"/>
              </a:rPr>
              <a:t>tick</a:t>
            </a:r>
            <a:r>
              <a:rPr lang="vi-VN" sz="1800">
                <a:latin typeface="Arial"/>
                <a:cs typeface="Arial"/>
              </a:rPr>
              <a:t> màu xanh để tìm kiếm. </a:t>
            </a:r>
            <a:endParaRPr lang="vi-VN" sz="18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vi-VN" sz="1800">
                <a:latin typeface="Arial"/>
                <a:cs typeface="Arial"/>
              </a:rPr>
              <a:t> Sau đó dữ liệu sẽ hiện ra.</a:t>
            </a:r>
          </a:p>
        </p:txBody>
      </p:sp>
      <p:pic>
        <p:nvPicPr>
          <p:cNvPr id="10" name="Hình ảnh 9" descr="Ảnh có chứa văn bản, đồ điện tử, ảnh chụp màn hình, phần mềm&#10;&#10;Mô tả được tự động tạo">
            <a:extLst>
              <a:ext uri="{FF2B5EF4-FFF2-40B4-BE49-F238E27FC236}">
                <a16:creationId xmlns:a16="http://schemas.microsoft.com/office/drawing/2014/main" id="{3955FA37-657A-E8B1-53E5-ECD35E65D2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636" y="1500188"/>
            <a:ext cx="2933700" cy="4467225"/>
          </a:xfrm>
          <a:prstGeom prst="rect">
            <a:avLst/>
          </a:prstGeom>
        </p:spPr>
      </p:pic>
      <p:pic>
        <p:nvPicPr>
          <p:cNvPr id="11" name="Hình ảnh 10" descr="Ảnh có chứa văn bản, ảnh chụp màn hình, phần mềm, Biểu tượng máy tính&#10;&#10;Mô tả được tự động tạo">
            <a:extLst>
              <a:ext uri="{FF2B5EF4-FFF2-40B4-BE49-F238E27FC236}">
                <a16:creationId xmlns:a16="http://schemas.microsoft.com/office/drawing/2014/main" id="{83B2BE84-306C-2947-E8A0-AE7DCD354D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64428" y="1591946"/>
            <a:ext cx="8327572" cy="42728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16356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C792A1B4-70B8-4DF9-070F-B1F2BFEFF3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63564"/>
          </a:xfrm>
        </p:spPr>
        <p:txBody>
          <a:bodyPr>
            <a:normAutofit fontScale="90000"/>
          </a:bodyPr>
          <a:lstStyle/>
          <a:p>
            <a:r>
              <a:rPr lang="vi-VN">
                <a:latin typeface="Times New Roman"/>
                <a:cs typeface="Times New Roman"/>
              </a:rPr>
              <a:t>Thêm thông tin loại vật liệu</a:t>
            </a:r>
            <a:endParaRPr lang="vi-VN"/>
          </a:p>
        </p:txBody>
      </p:sp>
      <p:sp>
        <p:nvSpPr>
          <p:cNvPr id="6" name="Chỗ dành sẵn cho Nội dung 2">
            <a:extLst>
              <a:ext uri="{FF2B5EF4-FFF2-40B4-BE49-F238E27FC236}">
                <a16:creationId xmlns:a16="http://schemas.microsoft.com/office/drawing/2014/main" id="{6441E402-59CA-E024-27F5-51915BB37928}"/>
              </a:ext>
            </a:extLst>
          </p:cNvPr>
          <p:cNvSpPr txBox="1">
            <a:spLocks/>
          </p:cNvSpPr>
          <p:nvPr/>
        </p:nvSpPr>
        <p:spPr>
          <a:xfrm>
            <a:off x="632253" y="1053328"/>
            <a:ext cx="10515600" cy="132393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vi-VN" sz="1600" dirty="0">
                <a:latin typeface="Arial"/>
                <a:cs typeface="Arial"/>
              </a:rPr>
              <a:t>Tại góc trên bên phải, click vào hình dấu + để thêm thông tin loại vật liệu mới </a:t>
            </a:r>
          </a:p>
          <a:p>
            <a:pPr marL="0" indent="0">
              <a:buNone/>
            </a:pPr>
            <a:r>
              <a:rPr lang="vi-VN" sz="1600" dirty="0">
                <a:latin typeface="Arial"/>
                <a:cs typeface="Arial"/>
              </a:rPr>
              <a:t>Sau khi click, một dòng mới sẽ hiện ra. Điền đầy đủ thông tin cần thiết của các hạng mục.</a:t>
            </a:r>
          </a:p>
          <a:p>
            <a:pPr marL="0" indent="0">
              <a:buNone/>
            </a:pPr>
            <a:r>
              <a:rPr lang="vi-VN" sz="1600" dirty="0">
                <a:latin typeface="Arial"/>
                <a:cs typeface="Arial"/>
              </a:rPr>
              <a:t>Sau đó ấn biểu tượng Save để hệ thống lưu lại kết quả </a:t>
            </a:r>
          </a:p>
        </p:txBody>
      </p:sp>
      <p:pic>
        <p:nvPicPr>
          <p:cNvPr id="9" name="Hình ảnh 8">
            <a:extLst>
              <a:ext uri="{FF2B5EF4-FFF2-40B4-BE49-F238E27FC236}">
                <a16:creationId xmlns:a16="http://schemas.microsoft.com/office/drawing/2014/main" id="{0B4C8AC2-5DB8-C4BA-2C8E-98B388657B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5121" y="1057275"/>
            <a:ext cx="342900" cy="323850"/>
          </a:xfrm>
          <a:prstGeom prst="rect">
            <a:avLst/>
          </a:prstGeom>
        </p:spPr>
      </p:pic>
      <p:pic>
        <p:nvPicPr>
          <p:cNvPr id="10" name="Hình ảnh 9">
            <a:extLst>
              <a:ext uri="{FF2B5EF4-FFF2-40B4-BE49-F238E27FC236}">
                <a16:creationId xmlns:a16="http://schemas.microsoft.com/office/drawing/2014/main" id="{D5D7E7C3-DC8E-CB76-C269-B54A473B22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93933" y="1709738"/>
            <a:ext cx="382360" cy="303439"/>
          </a:xfrm>
          <a:prstGeom prst="rect">
            <a:avLst/>
          </a:prstGeom>
        </p:spPr>
      </p:pic>
      <p:pic>
        <p:nvPicPr>
          <p:cNvPr id="11" name="Hình ảnh 10" descr="Ảnh có chứa văn bản, ảnh chụp màn hình, phần mềm, hàng&#10;&#10;Mô tả được tự động tạo">
            <a:extLst>
              <a:ext uri="{FF2B5EF4-FFF2-40B4-BE49-F238E27FC236}">
                <a16:creationId xmlns:a16="http://schemas.microsoft.com/office/drawing/2014/main" id="{862B7AD7-9F34-228C-FDE0-1354BD76561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2595012"/>
            <a:ext cx="12192000" cy="28871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60140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C792A1B4-70B8-4DF9-070F-B1F2BFEFF3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63564"/>
          </a:xfrm>
        </p:spPr>
        <p:txBody>
          <a:bodyPr>
            <a:normAutofit fontScale="90000"/>
          </a:bodyPr>
          <a:lstStyle/>
          <a:p>
            <a:r>
              <a:rPr lang="vi-VN" dirty="0">
                <a:latin typeface="Times New Roman"/>
                <a:cs typeface="Times New Roman"/>
              </a:rPr>
              <a:t>Xóa thông tin loại vật liệu</a:t>
            </a:r>
            <a:endParaRPr lang="vi-VN" dirty="0"/>
          </a:p>
        </p:txBody>
      </p:sp>
      <p:sp>
        <p:nvSpPr>
          <p:cNvPr id="6" name="Chỗ dành sẵn cho Nội dung 2">
            <a:extLst>
              <a:ext uri="{FF2B5EF4-FFF2-40B4-BE49-F238E27FC236}">
                <a16:creationId xmlns:a16="http://schemas.microsoft.com/office/drawing/2014/main" id="{6441E402-59CA-E024-27F5-51915BB37928}"/>
              </a:ext>
            </a:extLst>
          </p:cNvPr>
          <p:cNvSpPr txBox="1">
            <a:spLocks/>
          </p:cNvSpPr>
          <p:nvPr/>
        </p:nvSpPr>
        <p:spPr>
          <a:xfrm>
            <a:off x="632253" y="1053328"/>
            <a:ext cx="10515600" cy="1323933"/>
          </a:xfrm>
          <a:prstGeom prst="rect">
            <a:avLst/>
          </a:prstGeom>
        </p:spPr>
        <p:txBody>
          <a:bodyPr vert="horz" lIns="91440" tIns="45720" rIns="91440" bIns="45720" rtlCol="0" anchor="t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vi-VN" sz="1600" dirty="0">
                <a:latin typeface="Arial"/>
                <a:cs typeface="Arial"/>
              </a:rPr>
              <a:t>Để xóa thông tin loại vật liệu: Click chọn dòng cần xóa</a:t>
            </a:r>
          </a:p>
          <a:p>
            <a:pPr marL="0" indent="0">
              <a:buNone/>
            </a:pPr>
            <a:r>
              <a:rPr lang="vi-VN" sz="1600" dirty="0">
                <a:latin typeface="Arial"/>
                <a:cs typeface="Arial"/>
              </a:rPr>
              <a:t>Sau đó ấn biểu tượng dấu - góc trên bên </a:t>
            </a:r>
            <a:r>
              <a:rPr lang="en-US" sz="1600">
                <a:latin typeface="Arial"/>
                <a:cs typeface="Arial"/>
              </a:rPr>
              <a:t>phải </a:t>
            </a:r>
            <a:endParaRPr lang="vi-VN" sz="1600" dirty="0">
              <a:latin typeface="Arial"/>
              <a:cs typeface="Arial"/>
            </a:endParaRPr>
          </a:p>
          <a:p>
            <a:pPr marL="0" indent="0">
              <a:buNone/>
            </a:pPr>
            <a:r>
              <a:rPr lang="vi-VN" sz="1600" dirty="0">
                <a:latin typeface="Arial"/>
                <a:cs typeface="Arial"/>
              </a:rPr>
              <a:t>Sau đó cửa sổ xác nhận hiện lên "Bạn có chắc chắn muốn xóa dòng đã chọn?", chọn Yes</a:t>
            </a:r>
            <a:endParaRPr lang="en-US" sz="1600" dirty="0">
              <a:latin typeface="Arial"/>
              <a:cs typeface="Arial"/>
            </a:endParaRPr>
          </a:p>
          <a:p>
            <a:pPr marL="0" indent="0">
              <a:buNone/>
            </a:pPr>
            <a:r>
              <a:rPr lang="vi-VN" sz="1600" dirty="0">
                <a:latin typeface="Arial"/>
                <a:cs typeface="Arial"/>
              </a:rPr>
              <a:t>Sau đó ấn biểu tượng Save để hệ thống lưu lại kết quả </a:t>
            </a:r>
          </a:p>
          <a:p>
            <a:pPr marL="0" indent="0">
              <a:buNone/>
            </a:pPr>
            <a:endParaRPr lang="vi-VN" sz="1600" dirty="0">
              <a:latin typeface="Arial"/>
              <a:cs typeface="Arial"/>
            </a:endParaRPr>
          </a:p>
        </p:txBody>
      </p:sp>
      <p:pic>
        <p:nvPicPr>
          <p:cNvPr id="3" name="Hình ảnh 2" descr="Ảnh có chứa văn bản, ảnh chụp màn hình, phần mềm, Biểu tượng máy tính&#10;&#10;Mô tả được tự động tạo">
            <a:extLst>
              <a:ext uri="{FF2B5EF4-FFF2-40B4-BE49-F238E27FC236}">
                <a16:creationId xmlns:a16="http://schemas.microsoft.com/office/drawing/2014/main" id="{7FF1D29B-85B4-76B5-C1DD-5B8C8CC692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501900"/>
            <a:ext cx="12192000" cy="5580038"/>
          </a:xfrm>
          <a:prstGeom prst="rect">
            <a:avLst/>
          </a:prstGeom>
        </p:spPr>
      </p:pic>
      <p:pic>
        <p:nvPicPr>
          <p:cNvPr id="4" name="Hình ảnh 9">
            <a:extLst>
              <a:ext uri="{FF2B5EF4-FFF2-40B4-BE49-F238E27FC236}">
                <a16:creationId xmlns:a16="http://schemas.microsoft.com/office/drawing/2014/main" id="{542346B5-1093-32F9-9982-7BA16AA5F1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3640" y="1984422"/>
            <a:ext cx="382360" cy="30343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9B7F47F-516A-2E39-2B4F-053F991313A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26945" y="1333280"/>
            <a:ext cx="285790" cy="2953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3596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ACE584-CBCD-4194-C380-7C3B763E6C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48209C78-121B-EF92-0085-C74D74607C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32250"/>
            <a:ext cx="10515600" cy="563564"/>
          </a:xfrm>
        </p:spPr>
        <p:txBody>
          <a:bodyPr>
            <a:normAutofit fontScale="90000"/>
          </a:bodyPr>
          <a:lstStyle/>
          <a:p>
            <a:r>
              <a:rPr lang="en-US" dirty="0" err="1">
                <a:latin typeface="Times New Roman"/>
                <a:cs typeface="Times New Roman"/>
              </a:rPr>
              <a:t>Sửa</a:t>
            </a:r>
            <a:r>
              <a:rPr lang="vi-VN" dirty="0">
                <a:latin typeface="Times New Roman"/>
                <a:cs typeface="Times New Roman"/>
              </a:rPr>
              <a:t> thông tin loại vật liệu</a:t>
            </a:r>
            <a:endParaRPr lang="vi-VN" dirty="0"/>
          </a:p>
        </p:txBody>
      </p:sp>
      <p:sp>
        <p:nvSpPr>
          <p:cNvPr id="6" name="Chỗ dành sẵn cho Nội dung 2">
            <a:extLst>
              <a:ext uri="{FF2B5EF4-FFF2-40B4-BE49-F238E27FC236}">
                <a16:creationId xmlns:a16="http://schemas.microsoft.com/office/drawing/2014/main" id="{5DE5CFDC-6468-809C-3725-7157EE086242}"/>
              </a:ext>
            </a:extLst>
          </p:cNvPr>
          <p:cNvSpPr txBox="1">
            <a:spLocks/>
          </p:cNvSpPr>
          <p:nvPr/>
        </p:nvSpPr>
        <p:spPr>
          <a:xfrm>
            <a:off x="632253" y="826497"/>
            <a:ext cx="10515600" cy="116155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vi-VN" sz="1600" dirty="0">
                <a:latin typeface="Arial"/>
                <a:cs typeface="Arial"/>
              </a:rPr>
              <a:t>Để </a:t>
            </a:r>
            <a:r>
              <a:rPr lang="en-US" sz="1600" dirty="0" err="1">
                <a:latin typeface="Arial"/>
                <a:cs typeface="Arial"/>
              </a:rPr>
              <a:t>sửa</a:t>
            </a:r>
            <a:r>
              <a:rPr lang="vi-VN" sz="1600" dirty="0">
                <a:latin typeface="Arial"/>
                <a:cs typeface="Arial"/>
              </a:rPr>
              <a:t> thông tin loại vật liệu: Click chọn dòng cần </a:t>
            </a:r>
            <a:r>
              <a:rPr lang="en-US" sz="1600" dirty="0" err="1">
                <a:latin typeface="Arial"/>
                <a:cs typeface="Arial"/>
              </a:rPr>
              <a:t>sửa</a:t>
            </a:r>
            <a:endParaRPr lang="vi-VN" sz="1600" dirty="0">
              <a:latin typeface="Arial"/>
              <a:cs typeface="Arial"/>
            </a:endParaRPr>
          </a:p>
          <a:p>
            <a:pPr marL="0" indent="0">
              <a:buNone/>
            </a:pPr>
            <a:r>
              <a:rPr lang="vi-VN" sz="1600" dirty="0">
                <a:latin typeface="Arial"/>
                <a:cs typeface="Arial"/>
              </a:rPr>
              <a:t>Sau đó </a:t>
            </a:r>
            <a:r>
              <a:rPr lang="en-US" sz="1600" dirty="0">
                <a:latin typeface="Arial"/>
                <a:cs typeface="Arial"/>
              </a:rPr>
              <a:t>click </a:t>
            </a:r>
            <a:r>
              <a:rPr lang="en-US" sz="1600" dirty="0" err="1">
                <a:latin typeface="Arial"/>
                <a:cs typeface="Arial"/>
              </a:rPr>
              <a:t>chọn</a:t>
            </a:r>
            <a:r>
              <a:rPr lang="en-US" sz="1600" dirty="0">
                <a:latin typeface="Arial"/>
                <a:cs typeface="Arial"/>
              </a:rPr>
              <a:t> </a:t>
            </a:r>
            <a:r>
              <a:rPr lang="en-US" sz="1600" dirty="0" err="1">
                <a:latin typeface="Arial"/>
                <a:cs typeface="Arial"/>
              </a:rPr>
              <a:t>hạng</a:t>
            </a:r>
            <a:r>
              <a:rPr lang="en-US" sz="1600" dirty="0">
                <a:latin typeface="Arial"/>
                <a:cs typeface="Arial"/>
              </a:rPr>
              <a:t> </a:t>
            </a:r>
            <a:r>
              <a:rPr lang="en-US" sz="1600" dirty="0" err="1">
                <a:latin typeface="Arial"/>
                <a:cs typeface="Arial"/>
              </a:rPr>
              <a:t>mục</a:t>
            </a:r>
            <a:r>
              <a:rPr lang="en-US" sz="1600" dirty="0">
                <a:latin typeface="Arial"/>
                <a:cs typeface="Arial"/>
              </a:rPr>
              <a:t> </a:t>
            </a:r>
            <a:r>
              <a:rPr lang="en-US" sz="1600" dirty="0" err="1">
                <a:latin typeface="Arial"/>
                <a:cs typeface="Arial"/>
              </a:rPr>
              <a:t>cần</a:t>
            </a:r>
            <a:r>
              <a:rPr lang="en-US" sz="1600" dirty="0">
                <a:latin typeface="Arial"/>
                <a:cs typeface="Arial"/>
              </a:rPr>
              <a:t> </a:t>
            </a:r>
            <a:r>
              <a:rPr lang="en-US" sz="1600" dirty="0" err="1">
                <a:latin typeface="Arial"/>
                <a:cs typeface="Arial"/>
              </a:rPr>
              <a:t>sửa</a:t>
            </a:r>
            <a:r>
              <a:rPr lang="en-US" sz="1600" dirty="0">
                <a:latin typeface="Arial"/>
                <a:cs typeface="Arial"/>
              </a:rPr>
              <a:t> </a:t>
            </a:r>
            <a:r>
              <a:rPr lang="en-US" sz="1600" dirty="0" err="1">
                <a:latin typeface="Arial"/>
                <a:cs typeface="Arial"/>
              </a:rPr>
              <a:t>và</a:t>
            </a:r>
            <a:r>
              <a:rPr lang="en-US" sz="1600" dirty="0">
                <a:latin typeface="Arial"/>
                <a:cs typeface="Arial"/>
              </a:rPr>
              <a:t> </a:t>
            </a:r>
            <a:r>
              <a:rPr lang="en-US" sz="1600" dirty="0" err="1">
                <a:latin typeface="Arial"/>
                <a:cs typeface="Arial"/>
              </a:rPr>
              <a:t>sửa</a:t>
            </a:r>
            <a:endParaRPr lang="vi-VN" sz="1600" dirty="0">
              <a:latin typeface="Arial"/>
              <a:cs typeface="Arial"/>
            </a:endParaRPr>
          </a:p>
          <a:p>
            <a:pPr marL="0" indent="0">
              <a:buNone/>
            </a:pPr>
            <a:r>
              <a:rPr lang="vi-VN" sz="1600" dirty="0">
                <a:latin typeface="Arial"/>
                <a:cs typeface="Arial"/>
              </a:rPr>
              <a:t>Sau </a:t>
            </a:r>
            <a:r>
              <a:rPr lang="en-US" sz="1600" dirty="0" err="1">
                <a:latin typeface="Arial"/>
                <a:cs typeface="Arial"/>
              </a:rPr>
              <a:t>khi</a:t>
            </a:r>
            <a:r>
              <a:rPr lang="en-US" sz="1600" dirty="0">
                <a:latin typeface="Arial"/>
                <a:cs typeface="Arial"/>
              </a:rPr>
              <a:t> </a:t>
            </a:r>
            <a:r>
              <a:rPr lang="en-US" sz="1600" dirty="0" err="1">
                <a:latin typeface="Arial"/>
                <a:cs typeface="Arial"/>
              </a:rPr>
              <a:t>sửa</a:t>
            </a:r>
            <a:r>
              <a:rPr lang="en-US" sz="1600" dirty="0">
                <a:latin typeface="Arial"/>
                <a:cs typeface="Arial"/>
              </a:rPr>
              <a:t> </a:t>
            </a:r>
            <a:r>
              <a:rPr lang="en-US" sz="1600" dirty="0" err="1">
                <a:latin typeface="Arial"/>
                <a:cs typeface="Arial"/>
              </a:rPr>
              <a:t>xong</a:t>
            </a:r>
            <a:r>
              <a:rPr lang="en-US" sz="1600" dirty="0">
                <a:latin typeface="Arial"/>
                <a:cs typeface="Arial"/>
              </a:rPr>
              <a:t>,</a:t>
            </a:r>
            <a:r>
              <a:rPr lang="vi-VN" sz="1600" dirty="0">
                <a:latin typeface="Arial"/>
                <a:cs typeface="Arial"/>
              </a:rPr>
              <a:t> ấn biểu tượng Save để hệ thống lưu lại kết quả </a:t>
            </a:r>
          </a:p>
          <a:p>
            <a:pPr marL="0" indent="0">
              <a:buNone/>
            </a:pPr>
            <a:endParaRPr lang="vi-VN" sz="1600" dirty="0">
              <a:latin typeface="Arial"/>
              <a:cs typeface="Arial"/>
            </a:endParaRPr>
          </a:p>
        </p:txBody>
      </p:sp>
      <p:pic>
        <p:nvPicPr>
          <p:cNvPr id="4" name="Hình ảnh 9">
            <a:extLst>
              <a:ext uri="{FF2B5EF4-FFF2-40B4-BE49-F238E27FC236}">
                <a16:creationId xmlns:a16="http://schemas.microsoft.com/office/drawing/2014/main" id="{54AFCE83-6951-0C41-F2E0-7D9E9E4217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61720" y="1532891"/>
            <a:ext cx="382360" cy="30343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5D8CEA6-D973-6156-B757-5F8AF65E5B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253" y="1867013"/>
            <a:ext cx="10515600" cy="53536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3708240"/>
      </p:ext>
    </p:extLst>
  </p:cSld>
  <p:clrMapOvr>
    <a:masterClrMapping/>
  </p:clrMapOvr>
</p:sld>
</file>

<file path=ppt/theme/theme1.xml><?xml version="1.0" encoding="utf-8"?>
<a:theme xmlns:a="http://schemas.openxmlformats.org/drawingml/2006/main" name="Chủ đề của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Văn phòng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Văn phòng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243</Words>
  <Application>Microsoft Office PowerPoint</Application>
  <PresentationFormat>Widescreen</PresentationFormat>
  <Paragraphs>21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Times New Roman</vt:lpstr>
      <vt:lpstr>Chủ đề của Office</vt:lpstr>
      <vt:lpstr>Hướng dẫn màn A210</vt:lpstr>
      <vt:lpstr>PowerPoint Presentation</vt:lpstr>
      <vt:lpstr>PowerPoint Presentation</vt:lpstr>
      <vt:lpstr>Thêm thông tin loại vật liệu</vt:lpstr>
      <vt:lpstr>Xóa thông tin loại vật liệu</vt:lpstr>
      <vt:lpstr>Sửa thông tin loại vật liệu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DI JAN</cp:lastModifiedBy>
  <cp:revision>9</cp:revision>
  <dcterms:created xsi:type="dcterms:W3CDTF">2024-12-11T01:57:24Z</dcterms:created>
  <dcterms:modified xsi:type="dcterms:W3CDTF">2024-12-11T03:42:53Z</dcterms:modified>
</cp:coreProperties>
</file>