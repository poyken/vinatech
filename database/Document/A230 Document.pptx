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3D099B-E8E5-4012-87DA-77BA3BFF38D3}" v="664" dt="2024-12-11T02:30:25.240"/>
    <p1510:client id="{86F0C600-9268-3E83-70B9-1984B4A03ABE}" v="23" dt="2024-12-11T02:54:06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Bấm &amp; sửa kiểu phụ đề của Bản chính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50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393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934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3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530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340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857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02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014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ề và Văn bản Dọ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748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ề Dọc và Văn bả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00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642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>
                <a:latin typeface="Times New Roman"/>
                <a:cs typeface="Times New Roman"/>
              </a:rPr>
              <a:t>Hướng dẫn màn A2</a:t>
            </a:r>
            <a:r>
              <a:rPr lang="en-US" dirty="0">
                <a:latin typeface="Times New Roman"/>
                <a:cs typeface="Times New Roman"/>
              </a:rPr>
              <a:t>3</a:t>
            </a:r>
            <a:r>
              <a:rPr lang="vi-VN" dirty="0"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vi-VN" dirty="0"/>
          </a:p>
          <a:p>
            <a:r>
              <a:rPr lang="vi-VN" dirty="0">
                <a:latin typeface="Arial"/>
                <a:cs typeface="Arial"/>
              </a:rPr>
              <a:t>A2</a:t>
            </a:r>
            <a:r>
              <a:rPr lang="en-US" dirty="0">
                <a:latin typeface="Arial"/>
                <a:cs typeface="Arial"/>
              </a:rPr>
              <a:t>3</a:t>
            </a:r>
            <a:r>
              <a:rPr lang="vi-VN" dirty="0">
                <a:latin typeface="Arial"/>
                <a:cs typeface="Arial"/>
              </a:rPr>
              <a:t>0 - Thông tin </a:t>
            </a:r>
            <a:r>
              <a:rPr lang="en-US" dirty="0" err="1">
                <a:latin typeface="Arial"/>
                <a:cs typeface="Arial"/>
              </a:rPr>
              <a:t>vật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liệu</a:t>
            </a:r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5C2DC26C-FC74-CE38-6847-A4F21D042F83}"/>
              </a:ext>
            </a:extLst>
          </p:cNvPr>
          <p:cNvSpPr txBox="1">
            <a:spLocks/>
          </p:cNvSpPr>
          <p:nvPr/>
        </p:nvSpPr>
        <p:spPr>
          <a:xfrm>
            <a:off x="673443" y="373706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800" dirty="0">
                <a:latin typeface="Arial"/>
                <a:cs typeface="Arial"/>
              </a:rPr>
              <a:t>Click biểu tượng 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để hiện lên cửa sổ tìm kiếm. Nhập A2</a:t>
            </a:r>
            <a:r>
              <a:rPr lang="en-US" sz="1800" dirty="0">
                <a:latin typeface="Arial"/>
                <a:cs typeface="Arial"/>
              </a:rPr>
              <a:t>3</a:t>
            </a:r>
            <a:r>
              <a:rPr lang="vi-VN" sz="1800" dirty="0">
                <a:latin typeface="Arial"/>
                <a:cs typeface="Arial"/>
              </a:rPr>
              <a:t>0 tại ô tìm kiếm, màn hình A2</a:t>
            </a:r>
            <a:r>
              <a:rPr lang="en-US" sz="1800" dirty="0">
                <a:latin typeface="Arial"/>
                <a:cs typeface="Arial"/>
              </a:rPr>
              <a:t>3</a:t>
            </a:r>
            <a:r>
              <a:rPr lang="vi-VN" sz="1800" dirty="0">
                <a:latin typeface="Arial"/>
                <a:cs typeface="Arial"/>
              </a:rPr>
              <a:t>0 hiện lên. </a:t>
            </a: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Click vào </a:t>
            </a:r>
            <a:r>
              <a:rPr lang="vi-VN" sz="1800" b="1" dirty="0">
                <a:latin typeface="Arial"/>
                <a:cs typeface="Arial"/>
              </a:rPr>
              <a:t>[A2</a:t>
            </a:r>
            <a:r>
              <a:rPr lang="en-US" sz="1800" b="1" dirty="0">
                <a:latin typeface="Arial"/>
                <a:cs typeface="Arial"/>
              </a:rPr>
              <a:t>3</a:t>
            </a:r>
            <a:r>
              <a:rPr lang="vi-VN" sz="1800" b="1" dirty="0">
                <a:latin typeface="Arial"/>
                <a:cs typeface="Arial"/>
              </a:rPr>
              <a:t>0] Thông tin </a:t>
            </a:r>
            <a:r>
              <a:rPr lang="en-US" sz="1800" b="1" dirty="0" err="1">
                <a:latin typeface="Arial"/>
                <a:cs typeface="Arial"/>
              </a:rPr>
              <a:t>vật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liệu</a:t>
            </a:r>
            <a:r>
              <a:rPr lang="vi-VN" sz="1800" b="1" dirty="0">
                <a:latin typeface="Arial"/>
                <a:cs typeface="Arial"/>
              </a:rPr>
              <a:t> </a:t>
            </a:r>
            <a:r>
              <a:rPr lang="vi-VN" sz="1800" dirty="0">
                <a:latin typeface="Arial"/>
                <a:cs typeface="Arial"/>
              </a:rPr>
              <a:t>để mở màn hình</a:t>
            </a:r>
            <a:endParaRPr lang="vi-VN" sz="1800" dirty="0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49F2FBF0-7980-D3C2-21DC-0F397AB53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756" y="376200"/>
            <a:ext cx="444953" cy="40413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C741D8-53FB-C8E5-6EA7-5E32D2E6BF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3443" y="2097257"/>
            <a:ext cx="10515600" cy="2954634"/>
          </a:xfrm>
        </p:spPr>
      </p:pic>
    </p:spTree>
    <p:extLst>
      <p:ext uri="{BB962C8B-B14F-4D97-AF65-F5344CB8AC3E}">
        <p14:creationId xmlns:p14="http://schemas.microsoft.com/office/powerpoint/2010/main" val="4291436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0F3EEC45-0A1E-742F-3699-7FE8018D4C4A}"/>
              </a:ext>
            </a:extLst>
          </p:cNvPr>
          <p:cNvSpPr txBox="1">
            <a:spLocks/>
          </p:cNvSpPr>
          <p:nvPr/>
        </p:nvSpPr>
        <p:spPr>
          <a:xfrm>
            <a:off x="673443" y="373706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800" dirty="0">
                <a:latin typeface="Arial"/>
                <a:cs typeface="Arial"/>
              </a:rPr>
              <a:t>Tại màn A2</a:t>
            </a:r>
            <a:r>
              <a:rPr lang="en-US" sz="1800" dirty="0">
                <a:latin typeface="Arial"/>
                <a:cs typeface="Arial"/>
              </a:rPr>
              <a:t>3</a:t>
            </a:r>
            <a:r>
              <a:rPr lang="vi-VN" sz="1800" dirty="0">
                <a:latin typeface="Arial"/>
                <a:cs typeface="Arial"/>
              </a:rPr>
              <a:t>0, click biểu tượng dấu tick màu xanh để tìm kiếm. 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 Sau đó dữ liệu sẽ hiện ra.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ABA2978-68B3-C725-BCA0-D347103CFE47}"/>
              </a:ext>
            </a:extLst>
          </p:cNvPr>
          <p:cNvSpPr/>
          <p:nvPr/>
        </p:nvSpPr>
        <p:spPr>
          <a:xfrm>
            <a:off x="3477846" y="2659738"/>
            <a:ext cx="667434" cy="769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D5B0D-DA1D-0B1D-898F-4AB140896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43" y="1335805"/>
            <a:ext cx="2804403" cy="54259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3AC9CD-6585-27D5-60CF-DD4598F74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281" y="1270984"/>
            <a:ext cx="8046720" cy="426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35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792A1B4-70B8-4DF9-070F-B1F2BFEF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vi-VN" dirty="0">
                <a:latin typeface="Times New Roman"/>
                <a:cs typeface="Times New Roman"/>
              </a:rPr>
              <a:t>Thêm thông tin </a:t>
            </a:r>
            <a:r>
              <a:rPr lang="en-US" dirty="0" err="1">
                <a:latin typeface="Times New Roman"/>
                <a:cs typeface="Times New Roman"/>
              </a:rPr>
              <a:t>vật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liệu</a:t>
            </a:r>
            <a:endParaRPr lang="vi-VN" dirty="0"/>
          </a:p>
        </p:txBody>
      </p:sp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6441E402-59CA-E024-27F5-51915BB37928}"/>
              </a:ext>
            </a:extLst>
          </p:cNvPr>
          <p:cNvSpPr txBox="1">
            <a:spLocks/>
          </p:cNvSpPr>
          <p:nvPr/>
        </p:nvSpPr>
        <p:spPr>
          <a:xfrm>
            <a:off x="632253" y="1053328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Tại góc trên bên phải, click vào hình dấu + để thêm thông tin </a:t>
            </a:r>
            <a:r>
              <a:rPr lang="en-US" sz="1600" dirty="0" err="1">
                <a:latin typeface="Arial"/>
                <a:cs typeface="Arial"/>
              </a:rPr>
              <a:t>vật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liệu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vi-VN" sz="1600" dirty="0">
                <a:latin typeface="Arial"/>
                <a:cs typeface="Arial"/>
              </a:rPr>
              <a:t>mới </a:t>
            </a: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khi click, một dòng mới sẽ hiện ra. Điền đầy đủ thông tin cần thiết của các hạng mục.</a:t>
            </a: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ấn biểu tượng Save để hệ thống lưu lại kết quả </a:t>
            </a:r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0B4C8AC2-5DB8-C4BA-2C8E-98B388657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641" y="1012465"/>
            <a:ext cx="342900" cy="323850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D5D7E7C3-DC8E-CB76-C269-B54A473B2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893" y="1715294"/>
            <a:ext cx="382360" cy="3034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02E482-682B-09F4-F56A-505388552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73" y="2037778"/>
            <a:ext cx="10184653" cy="47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14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792A1B4-70B8-4DF9-070F-B1F2BFEF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87" y="246238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vi-VN" dirty="0">
                <a:latin typeface="Times New Roman"/>
                <a:cs typeface="Times New Roman"/>
              </a:rPr>
              <a:t>Xóa thông tin </a:t>
            </a:r>
            <a:r>
              <a:rPr lang="en-US" dirty="0" err="1">
                <a:latin typeface="Times New Roman"/>
                <a:cs typeface="Times New Roman"/>
              </a:rPr>
              <a:t>vật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liệu</a:t>
            </a:r>
            <a:endParaRPr lang="vi-VN" dirty="0"/>
          </a:p>
        </p:txBody>
      </p:sp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6441E402-59CA-E024-27F5-51915BB37928}"/>
              </a:ext>
            </a:extLst>
          </p:cNvPr>
          <p:cNvSpPr txBox="1">
            <a:spLocks/>
          </p:cNvSpPr>
          <p:nvPr/>
        </p:nvSpPr>
        <p:spPr>
          <a:xfrm>
            <a:off x="647020" y="802115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Để xóa thông tin </a:t>
            </a:r>
            <a:r>
              <a:rPr lang="en-US" sz="1600" dirty="0" err="1">
                <a:latin typeface="Arial"/>
                <a:cs typeface="Arial"/>
              </a:rPr>
              <a:t>vật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liệu</a:t>
            </a:r>
            <a:r>
              <a:rPr lang="vi-VN" sz="1600" dirty="0">
                <a:latin typeface="Arial"/>
                <a:cs typeface="Arial"/>
              </a:rPr>
              <a:t>: Click chọn dòng cần </a:t>
            </a:r>
            <a:r>
              <a:rPr lang="en-US" sz="1600" dirty="0">
                <a:latin typeface="Arial"/>
                <a:cs typeface="Arial"/>
              </a:rPr>
              <a:t>X</a:t>
            </a:r>
            <a:r>
              <a:rPr lang="vi-VN" sz="1600" dirty="0">
                <a:latin typeface="Arial"/>
                <a:cs typeface="Arial"/>
              </a:rPr>
              <a:t>óa</a:t>
            </a: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ấn biểu tượng dấu - góc trên bên </a:t>
            </a:r>
            <a:r>
              <a:rPr lang="en-US" sz="1600" dirty="0" err="1">
                <a:latin typeface="Arial"/>
                <a:cs typeface="Arial"/>
              </a:rPr>
              <a:t>phải</a:t>
            </a:r>
            <a:r>
              <a:rPr lang="en-US" sz="1600" dirty="0">
                <a:latin typeface="Arial"/>
                <a:cs typeface="Arial"/>
              </a:rPr>
              <a:t> 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cửa sổ xác nhận hiện lên "Bạn có chắc chắn muốn xóa dòng đã chọn?", chọn Yes</a:t>
            </a:r>
            <a:endParaRPr lang="en-US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ấn biểu tượng Save để hệ thống lưu lại kết quả </a:t>
            </a:r>
          </a:p>
          <a:p>
            <a:pPr marL="0" indent="0">
              <a:buNone/>
            </a:pPr>
            <a:endParaRPr lang="vi-VN" sz="1600" dirty="0">
              <a:latin typeface="Arial"/>
              <a:cs typeface="Arial"/>
            </a:endParaRPr>
          </a:p>
        </p:txBody>
      </p:sp>
      <p:pic>
        <p:nvPicPr>
          <p:cNvPr id="4" name="Hình ảnh 9">
            <a:extLst>
              <a:ext uri="{FF2B5EF4-FFF2-40B4-BE49-F238E27FC236}">
                <a16:creationId xmlns:a16="http://schemas.microsoft.com/office/drawing/2014/main" id="{542346B5-1093-32F9-9982-7BA16AA5F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993" y="1702483"/>
            <a:ext cx="382360" cy="3034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6F29E7-AD68-CEF0-5848-AC66F4F1B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705" y="1065283"/>
            <a:ext cx="285790" cy="2953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944296-CEC0-293D-61CC-A17B1E057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54" y="2005922"/>
            <a:ext cx="10515600" cy="487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9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CE584-CBCD-4194-C380-7C3B763E6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8209C78-121B-EF92-0085-C74D74607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250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Sửa</a:t>
            </a:r>
            <a:r>
              <a:rPr lang="vi-VN" dirty="0">
                <a:latin typeface="Times New Roman"/>
                <a:cs typeface="Times New Roman"/>
              </a:rPr>
              <a:t> thông tin </a:t>
            </a:r>
            <a:r>
              <a:rPr lang="en-US" dirty="0" err="1">
                <a:latin typeface="Times New Roman"/>
                <a:cs typeface="Times New Roman"/>
              </a:rPr>
              <a:t>vật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liệu</a:t>
            </a:r>
            <a:endParaRPr lang="vi-VN" dirty="0"/>
          </a:p>
        </p:txBody>
      </p:sp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5DE5CFDC-6468-809C-3725-7157EE086242}"/>
              </a:ext>
            </a:extLst>
          </p:cNvPr>
          <p:cNvSpPr txBox="1">
            <a:spLocks/>
          </p:cNvSpPr>
          <p:nvPr/>
        </p:nvSpPr>
        <p:spPr>
          <a:xfrm>
            <a:off x="632253" y="826497"/>
            <a:ext cx="10515600" cy="11615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Để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r>
              <a:rPr lang="vi-VN" sz="1600" dirty="0">
                <a:latin typeface="Arial"/>
                <a:cs typeface="Arial"/>
              </a:rPr>
              <a:t> thông tin </a:t>
            </a:r>
            <a:r>
              <a:rPr lang="en-US" sz="1600" dirty="0" err="1">
                <a:latin typeface="Arial"/>
                <a:cs typeface="Arial"/>
              </a:rPr>
              <a:t>vật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liệu</a:t>
            </a:r>
            <a:r>
              <a:rPr lang="vi-VN" sz="1600" dirty="0">
                <a:latin typeface="Arial"/>
                <a:cs typeface="Arial"/>
              </a:rPr>
              <a:t>: Click chọn dòng cần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</a:t>
            </a:r>
            <a:r>
              <a:rPr lang="en-US" sz="1600" dirty="0">
                <a:latin typeface="Arial"/>
                <a:cs typeface="Arial"/>
              </a:rPr>
              <a:t>click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hạng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mục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cần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và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</a:t>
            </a:r>
            <a:r>
              <a:rPr lang="en-US" sz="1600" dirty="0" err="1">
                <a:latin typeface="Arial"/>
                <a:cs typeface="Arial"/>
              </a:rPr>
              <a:t>khi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xong</a:t>
            </a:r>
            <a:r>
              <a:rPr lang="en-US" sz="1600" dirty="0">
                <a:latin typeface="Arial"/>
                <a:cs typeface="Arial"/>
              </a:rPr>
              <a:t>,</a:t>
            </a:r>
            <a:r>
              <a:rPr lang="vi-VN" sz="1600" dirty="0">
                <a:latin typeface="Arial"/>
                <a:cs typeface="Arial"/>
              </a:rPr>
              <a:t> ấn biểu tượng Save để hệ thống lưu lại kết quả </a:t>
            </a:r>
          </a:p>
          <a:p>
            <a:pPr marL="0" indent="0">
              <a:buNone/>
            </a:pPr>
            <a:endParaRPr lang="vi-VN" sz="1600" dirty="0">
              <a:latin typeface="Arial"/>
              <a:cs typeface="Arial"/>
            </a:endParaRPr>
          </a:p>
        </p:txBody>
      </p:sp>
      <p:pic>
        <p:nvPicPr>
          <p:cNvPr id="4" name="Hình ảnh 9">
            <a:extLst>
              <a:ext uri="{FF2B5EF4-FFF2-40B4-BE49-F238E27FC236}">
                <a16:creationId xmlns:a16="http://schemas.microsoft.com/office/drawing/2014/main" id="{54AFCE83-6951-0C41-F2E0-7D9E9E42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720" y="1532891"/>
            <a:ext cx="382360" cy="303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9DAE33-0A5E-8650-7CF3-423970AD4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" y="2275795"/>
            <a:ext cx="11429257" cy="257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08240"/>
      </p:ext>
    </p:extLst>
  </p:cSld>
  <p:clrMapOvr>
    <a:masterClrMapping/>
  </p:clrMapOvr>
</p:sld>
</file>

<file path=ppt/theme/theme1.xml><?xml version="1.0" encoding="utf-8"?>
<a:theme xmlns:a="http://schemas.openxmlformats.org/drawingml/2006/main" name="Chủ đề củ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Văn phòng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ăn phòng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248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Chủ đề của Office</vt:lpstr>
      <vt:lpstr>Hướng dẫn màn A230</vt:lpstr>
      <vt:lpstr>PowerPoint Presentation</vt:lpstr>
      <vt:lpstr>PowerPoint Presentation</vt:lpstr>
      <vt:lpstr>Thêm thông tin vật liệu</vt:lpstr>
      <vt:lpstr>Xóa thông tin vật liệu</vt:lpstr>
      <vt:lpstr>Sửa thông tin vật liệu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DI JAN</cp:lastModifiedBy>
  <cp:revision>10</cp:revision>
  <dcterms:created xsi:type="dcterms:W3CDTF">2024-12-11T01:57:24Z</dcterms:created>
  <dcterms:modified xsi:type="dcterms:W3CDTF">2024-12-11T03:42:06Z</dcterms:modified>
</cp:coreProperties>
</file>