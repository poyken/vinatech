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74" r:id="rId5"/>
    <p:sldId id="258" r:id="rId6"/>
    <p:sldId id="285" r:id="rId7"/>
    <p:sldId id="281" r:id="rId8"/>
    <p:sldId id="283" r:id="rId9"/>
    <p:sldId id="28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43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0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2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0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3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4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8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10/30/2025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9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736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1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7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1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i="1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Background pattern, arrow&#10;&#10;Description automatically generated with medium confidence">
            <a:extLst>
              <a:ext uri="{FF2B5EF4-FFF2-40B4-BE49-F238E27FC236}">
                <a16:creationId xmlns:a16="http://schemas.microsoft.com/office/drawing/2014/main" id="{0DD25A64-4F51-638C-97E4-0FF53C7ED3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-4" y="0"/>
            <a:ext cx="12192000" cy="68579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alpha val="30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121716-8B64-478F-ABDB-17030AD1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solidFill>
            <a:srgbClr val="33BA3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DF167-DBD7-4C3A-9FC3-59FBDFCE8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23" y="4814744"/>
            <a:ext cx="11439414" cy="897439"/>
          </a:xfrm>
        </p:spPr>
        <p:txBody>
          <a:bodyPr>
            <a:normAutofit fontScale="90000"/>
          </a:bodyPr>
          <a:lstStyle/>
          <a:p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Employee Retire Document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8A4C9-03F0-4958-8DA7-FF5094EF5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275" y="6016944"/>
            <a:ext cx="10656310" cy="42596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 Team Việt Nam</a:t>
            </a:r>
          </a:p>
        </p:txBody>
      </p:sp>
    </p:spTree>
    <p:extLst>
      <p:ext uri="{BB962C8B-B14F-4D97-AF65-F5344CB8AC3E}">
        <p14:creationId xmlns:p14="http://schemas.microsoft.com/office/powerpoint/2010/main" val="3179193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6E92D59-FD1B-47BC-9D02-0F3B959A6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2AE646-CC19-4A1F-900B-E512D06A7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E4F834-34CB-4787-920F-CD1E1B8BC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830" y="727823"/>
            <a:ext cx="3329150" cy="54023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1.Đăng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614" y="727823"/>
            <a:ext cx="6927842" cy="239244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https://gw.vinatech.com/login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 click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7EDE9C-76B1-068A-B40D-1248AFC7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641" y="3139440"/>
            <a:ext cx="7083396" cy="334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97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E92D59-FD1B-47BC-9D02-0F3B959A6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2AE646-CC19-4A1F-900B-E512D06A7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E4F834-34CB-4787-920F-CD1E1B8BC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7" y="727824"/>
            <a:ext cx="3984311" cy="452160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2.Thông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614" y="727823"/>
            <a:ext cx="6927842" cy="259041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Thông tin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Thông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ERP,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Vinatech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Co.,Ltd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C378E-E898-C745-8CF0-21C6C02E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12" y="3312203"/>
            <a:ext cx="7094032" cy="307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96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8D88-F08F-3A10-BA4E-93F1C6B9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7C15-A046-94B1-134F-1A01DD40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318" y="458686"/>
            <a:ext cx="5781949" cy="877055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Retire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AF7B-AF7E-7F04-9099-659FCBDA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658471"/>
            <a:ext cx="5617085" cy="3049791"/>
          </a:xfrm>
        </p:spPr>
        <p:txBody>
          <a:bodyPr>
            <a:norm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 Electronic Document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Sources 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Retire Document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724A59-FDF1-27F0-C53F-E5CE049A7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72" y="897213"/>
            <a:ext cx="2828571" cy="4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0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122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56699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97E2-9502-487B-86C7-37C69151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559" y="512947"/>
            <a:ext cx="2312480" cy="1472555"/>
          </a:xfrm>
        </p:spPr>
        <p:txBody>
          <a:bodyPr anchor="b">
            <a:no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91F4A-7CD3-48F7-B8A7-959531787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682" y="2223247"/>
            <a:ext cx="2465293" cy="40988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Team Leader =&gt; Group Leader =&gt; Quản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Jang =&gt;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COO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CC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4E2F7-89DF-EA2C-A840-349C61F22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46" y="867000"/>
            <a:ext cx="7799293" cy="911976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857C6C-B537-E547-413D-069A5C8FA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46" y="1985502"/>
            <a:ext cx="7799293" cy="4075115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003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F312-7475-EF9A-BE99-0BB7A0F1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2333688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314D11-2AC0-BC30-6D39-C9CC8009D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3083670"/>
            <a:ext cx="10058400" cy="313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1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C464-E309-43FB-E3E3-02555CA6E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C3C3-04B9-539E-9BC8-76BB34C5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26" y="512948"/>
            <a:ext cx="11119014" cy="607640"/>
          </a:xfrm>
        </p:spPr>
        <p:txBody>
          <a:bodyPr anchor="b">
            <a:no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E84E7-EB56-DEBC-1644-937ABA89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26" y="1131515"/>
            <a:ext cx="11187949" cy="27681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– Thông tin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– Lý do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3793AB-EF84-EEEE-D1A2-71931FDDD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5" y="3429000"/>
            <a:ext cx="11119015" cy="244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8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81FE9-69CA-1DBD-784D-A80D8BE5A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9B9E-83B3-11D9-EB5B-347A41D2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26" y="512948"/>
            <a:ext cx="11119014" cy="607640"/>
          </a:xfrm>
        </p:spPr>
        <p:txBody>
          <a:bodyPr anchor="b">
            <a:no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Hoàn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ADCC2-B96E-9118-C3C0-8DC2B2998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26" y="1131515"/>
            <a:ext cx="11187949" cy="14234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chi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F1DD9-0EF2-D5DD-7C74-68E397E05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88" y="2554940"/>
            <a:ext cx="10793505" cy="379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51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EE86-0CB6-C60C-651F-21845683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AD5C-F8D1-D9A5-AF2C-83B5CAFF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18" y="430307"/>
            <a:ext cx="3191435" cy="842681"/>
          </a:xfrm>
        </p:spPr>
        <p:txBody>
          <a:bodyPr anchor="b">
            <a:no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EAA5B-5FB0-E696-37D3-B150DD5C2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6118" y="1416424"/>
            <a:ext cx="3083857" cy="49057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ý: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Temporary Storage.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623B2-2ED8-1C95-D9DD-5F5FFEA08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5" y="565138"/>
            <a:ext cx="7879976" cy="565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31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82C4D5-F48D-7707-F1E6-7BE4AA31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46" y="642594"/>
            <a:ext cx="10972800" cy="5470530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Thank You For Listening Handwritten Lettering. Template for Banner, Flier, Poster, Print, Sticker or Web Product. Vector Illustration, Objects Isolated on White Background.">
            <a:extLst>
              <a:ext uri="{FF2B5EF4-FFF2-40B4-BE49-F238E27FC236}">
                <a16:creationId xmlns:a16="http://schemas.microsoft.com/office/drawing/2014/main" id="{FA15E2DE-5E9A-7305-FB73-4502B79FD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46" y="642594"/>
            <a:ext cx="10972800" cy="54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842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RightStep">
      <a:dk1>
        <a:srgbClr val="000000"/>
      </a:dk1>
      <a:lt1>
        <a:srgbClr val="FFFFFF"/>
      </a:lt1>
      <a:dk2>
        <a:srgbClr val="242E41"/>
      </a:dk2>
      <a:lt2>
        <a:srgbClr val="E8E2E8"/>
      </a:lt2>
      <a:accent1>
        <a:srgbClr val="33BA34"/>
      </a:accent1>
      <a:accent2>
        <a:srgbClr val="38B66D"/>
      </a:accent2>
      <a:accent3>
        <a:srgbClr val="3EB3A0"/>
      </a:accent3>
      <a:accent4>
        <a:srgbClr val="29ACDA"/>
      </a:accent4>
      <a:accent5>
        <a:srgbClr val="7199EC"/>
      </a:accent5>
      <a:accent6>
        <a:srgbClr val="5F51E7"/>
      </a:accent6>
      <a:hlink>
        <a:srgbClr val="AE69AE"/>
      </a:hlink>
      <a:folHlink>
        <a:srgbClr val="7F7F7F"/>
      </a:folHlink>
    </a:clrScheme>
    <a:fontScheme name="Savon">
      <a:maj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9235</TotalTime>
  <Words>484</Words>
  <Application>Microsoft Office PowerPoint</Application>
  <PresentationFormat>Widescreen</PresentationFormat>
  <Paragraphs>39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Garamond</vt:lpstr>
      <vt:lpstr>Goudy Old Style</vt:lpstr>
      <vt:lpstr>Times New Roman</vt:lpstr>
      <vt:lpstr>SavonVTI</vt:lpstr>
      <vt:lpstr>Hướng dẫn sử dụng chức năng Employee Retire Document</vt:lpstr>
      <vt:lpstr>1.Đăng nhập hệ thống Groupware</vt:lpstr>
      <vt:lpstr>2.Thông tin đăng nhập vào Groupware</vt:lpstr>
      <vt:lpstr>Employee Retire Document</vt:lpstr>
      <vt:lpstr>Bước 1: Chọn người phê duyệt</vt:lpstr>
      <vt:lpstr>Chú ý: Nếu bạn đăng ký hộ, vui lòng chọn Người dùng là người được đăng ký hộ Nếu không, mặc định hệ thống sẽ là đăng ký cho người làm form</vt:lpstr>
      <vt:lpstr>Bước 2: Điền tiêu đề và các trường cần thiết</vt:lpstr>
      <vt:lpstr>Bước 3: Hoàn thiện nội dung chi tiết và Gửi đi</vt:lpstr>
      <vt:lpstr>Hủy đơn đăng ký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 function evaluate contract in CMS</dc:title>
  <dc:creator>Nha Nguyễn</dc:creator>
  <cp:lastModifiedBy>DI JAN</cp:lastModifiedBy>
  <cp:revision>197</cp:revision>
  <dcterms:created xsi:type="dcterms:W3CDTF">2022-04-13T01:56:23Z</dcterms:created>
  <dcterms:modified xsi:type="dcterms:W3CDTF">2025-10-30T07:24:18Z</dcterms:modified>
</cp:coreProperties>
</file>