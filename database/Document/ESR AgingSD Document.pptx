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11"/>
  </p:notesMasterIdLst>
  <p:sldIdLst>
    <p:sldId id="256" r:id="rId2"/>
    <p:sldId id="283" r:id="rId3"/>
    <p:sldId id="291" r:id="rId4"/>
    <p:sldId id="290" r:id="rId5"/>
    <p:sldId id="292" r:id="rId6"/>
    <p:sldId id="293" r:id="rId7"/>
    <p:sldId id="294" r:id="rId8"/>
    <p:sldId id="295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564640"/>
            <a:ext cx="3803350" cy="3023052"/>
          </a:xfrm>
        </p:spPr>
        <p:txBody>
          <a:bodyPr anchor="ctr">
            <a:normAutofit/>
          </a:bodyPr>
          <a:lstStyle/>
          <a:p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QUY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335EF4A-C5DB-21B4-D51C-A6919B6DB1E4}"/>
              </a:ext>
            </a:extLst>
          </p:cNvPr>
          <p:cNvSpPr txBox="1">
            <a:spLocks/>
          </p:cNvSpPr>
          <p:nvPr/>
        </p:nvSpPr>
        <p:spPr>
          <a:xfrm>
            <a:off x="5283683" y="4500880"/>
            <a:ext cx="6310909" cy="187497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3200" kern="1200" cap="all" spc="5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bigsize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2317A-1AA3-B0BA-3FF8-D6067A0E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682E-126D-5CE0-4124-4751C038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81177"/>
            <a:ext cx="11256264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Đổi</a:t>
            </a:r>
            <a:r>
              <a:rPr lang="en-US" b="1" dirty="0"/>
              <a:t> file </a:t>
            </a:r>
            <a:r>
              <a:rPr lang="en-US" b="1" dirty="0">
                <a:solidFill>
                  <a:srgbClr val="C00000"/>
                </a:solidFill>
              </a:rPr>
              <a:t>CSV</a:t>
            </a:r>
            <a:r>
              <a:rPr lang="en-US" b="1" dirty="0"/>
              <a:t> sang </a:t>
            </a:r>
            <a:r>
              <a:rPr lang="en-US" b="1" dirty="0">
                <a:solidFill>
                  <a:srgbClr val="C00000"/>
                </a:solidFill>
              </a:rPr>
              <a:t>xlsx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74AB1-0E5E-2213-15D4-F34B4A7F10D3}"/>
              </a:ext>
            </a:extLst>
          </p:cNvPr>
          <p:cNvSpPr txBox="1"/>
          <p:nvPr/>
        </p:nvSpPr>
        <p:spPr>
          <a:xfrm>
            <a:off x="603504" y="779511"/>
            <a:ext cx="10597896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file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đuôi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file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đuôi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xlsx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B2FF8-F9CD-7ED7-1539-2F893BF4B95A}"/>
              </a:ext>
            </a:extLst>
          </p:cNvPr>
          <p:cNvSpPr txBox="1"/>
          <p:nvPr/>
        </p:nvSpPr>
        <p:spPr>
          <a:xfrm>
            <a:off x="603504" y="1465311"/>
            <a:ext cx="549249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csv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Save As .xlsx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F8CE43-B545-DA42-5023-BAE097BAE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24" y="2039952"/>
            <a:ext cx="8562975" cy="458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0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96644-7674-A466-C646-C0C38C5B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39F0-4C60-DA23-9106-1CE1C39F4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81177"/>
            <a:ext cx="11256264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B934</a:t>
            </a:r>
            <a:r>
              <a:rPr lang="en-US" b="1" dirty="0"/>
              <a:t> - import data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45905-610D-D842-3D87-88C4C0EC09F0}"/>
              </a:ext>
            </a:extLst>
          </p:cNvPr>
          <p:cNvSpPr txBox="1"/>
          <p:nvPr/>
        </p:nvSpPr>
        <p:spPr>
          <a:xfrm>
            <a:off x="603504" y="779511"/>
            <a:ext cx="10597896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B934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4A6F41-A874-24C2-A6A1-2B6E3AB10E04}"/>
              </a:ext>
            </a:extLst>
          </p:cNvPr>
          <p:cNvSpPr txBox="1"/>
          <p:nvPr/>
        </p:nvSpPr>
        <p:spPr>
          <a:xfrm>
            <a:off x="603504" y="1465311"/>
            <a:ext cx="8292846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Name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5F97D-A473-F55A-E19B-3710F7391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" y="3429000"/>
            <a:ext cx="10848975" cy="31445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984220-6DC3-0882-8537-0F14E1AE5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326" y="2387015"/>
            <a:ext cx="496699" cy="40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09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8F32A-5700-8DDF-0173-655B60752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2417-9F69-B80D-60F8-43DDBF54C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81177"/>
            <a:ext cx="11256264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B934</a:t>
            </a:r>
            <a:r>
              <a:rPr lang="en-US" b="1" dirty="0"/>
              <a:t> - import data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D23FA-3E48-F1EC-A37D-76DCBBBB2281}"/>
              </a:ext>
            </a:extLst>
          </p:cNvPr>
          <p:cNvSpPr txBox="1"/>
          <p:nvPr/>
        </p:nvSpPr>
        <p:spPr>
          <a:xfrm>
            <a:off x="603504" y="625136"/>
            <a:ext cx="8388096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Wizard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 Type: Excel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Excel: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sheet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2BD150-5584-5216-EDA7-444E74E98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3028950"/>
            <a:ext cx="7436465" cy="3629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41109F-B74E-7AA7-55E8-C845CC18A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270" y="2828925"/>
            <a:ext cx="4075329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06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08DFE-583F-321C-9DB6-E72D4AB7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6F23-E653-DE64-3D0C-35EDE6B94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81177"/>
            <a:ext cx="11256264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B934</a:t>
            </a:r>
            <a:r>
              <a:rPr lang="en-US" b="1" dirty="0"/>
              <a:t> - import data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DC073-9EDE-4127-6B82-F1DBE7E62AE6}"/>
              </a:ext>
            </a:extLst>
          </p:cNvPr>
          <p:cNvSpPr txBox="1"/>
          <p:nvPr/>
        </p:nvSpPr>
        <p:spPr>
          <a:xfrm>
            <a:off x="603504" y="720386"/>
            <a:ext cx="7121270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Next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Lưu ý: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File Name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C64AE-7329-E54B-C0EF-2A47DF9E5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774" y="81177"/>
            <a:ext cx="4216033" cy="2671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6ED085-DCE4-5CD5-9050-06967CABD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774" y="2752725"/>
            <a:ext cx="4291903" cy="402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93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035D8-DA65-EB04-849A-B594BF14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C267-45F3-26E3-A5EB-EDEAB24F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81177"/>
            <a:ext cx="11256264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B934</a:t>
            </a:r>
            <a:r>
              <a:rPr lang="en-US" b="1" dirty="0"/>
              <a:t> - import data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9AAF5-A9AC-2D24-B863-69881516847E}"/>
              </a:ext>
            </a:extLst>
          </p:cNvPr>
          <p:cNvSpPr txBox="1"/>
          <p:nvPr/>
        </p:nvSpPr>
        <p:spPr>
          <a:xfrm>
            <a:off x="603504" y="720386"/>
            <a:ext cx="7121270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Next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305046-9D73-5266-24A1-3805D85B8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729" y="2585003"/>
            <a:ext cx="4130519" cy="39143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7A19FE-D18B-DFB5-1A2A-FCC4359E3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331" y="2585003"/>
            <a:ext cx="4130518" cy="389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03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CB44-D911-A52A-FD6E-B1606388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0EFE-E9BD-2345-565C-117467D79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81177"/>
            <a:ext cx="11256264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B934</a:t>
            </a:r>
            <a:r>
              <a:rPr lang="en-US" b="1" dirty="0"/>
              <a:t> - import data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D4F5D5-1861-9559-CC68-05873623ADAA}"/>
              </a:ext>
            </a:extLst>
          </p:cNvPr>
          <p:cNvSpPr txBox="1"/>
          <p:nvPr/>
        </p:nvSpPr>
        <p:spPr>
          <a:xfrm>
            <a:off x="603504" y="720386"/>
            <a:ext cx="941679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51EAF-6014-9EDA-F93A-445535F2F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62" y="2219325"/>
            <a:ext cx="9515475" cy="42431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CF5D38-AFEB-DC7F-075D-E3150F646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15" y="805168"/>
            <a:ext cx="447660" cy="43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2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9E14-AC13-0D46-5C6C-D86872A7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F807-65F5-9DE4-BEC1-5EA08D8B9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81177"/>
            <a:ext cx="11256264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III. </a:t>
            </a:r>
            <a:r>
              <a:rPr lang="en-US" b="1" dirty="0">
                <a:solidFill>
                  <a:srgbClr val="C00000"/>
                </a:solidFill>
              </a:rPr>
              <a:t>B935</a:t>
            </a:r>
            <a:r>
              <a:rPr lang="en-US" b="1" dirty="0"/>
              <a:t> – </a:t>
            </a:r>
            <a:r>
              <a:rPr lang="en-US" b="1" dirty="0" err="1"/>
              <a:t>xem</a:t>
            </a:r>
            <a:r>
              <a:rPr lang="en-US" b="1" dirty="0"/>
              <a:t> </a:t>
            </a:r>
            <a:r>
              <a:rPr lang="en-US" b="1" dirty="0" err="1"/>
              <a:t>lịch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đẩy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6AFE5-5DCF-EC80-E60F-8CF47A38DA47}"/>
              </a:ext>
            </a:extLst>
          </p:cNvPr>
          <p:cNvSpPr txBox="1"/>
          <p:nvPr/>
        </p:nvSpPr>
        <p:spPr>
          <a:xfrm>
            <a:off x="603504" y="779511"/>
            <a:ext cx="10597896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B934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A0792-CE81-E80F-FD01-9F9DF933EC50}"/>
              </a:ext>
            </a:extLst>
          </p:cNvPr>
          <p:cNvSpPr txBox="1"/>
          <p:nvPr/>
        </p:nvSpPr>
        <p:spPr>
          <a:xfrm>
            <a:off x="603504" y="1361129"/>
            <a:ext cx="8292846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Lưu ý: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575A85-8489-CE3B-BEBB-28B9C4B96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773745"/>
            <a:ext cx="8969121" cy="400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23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220+ Thanks For Watching Stock Illustrations, Royalty-Free Vector Graphics  &amp; Clip Art - iStock | Thank you">
            <a:extLst>
              <a:ext uri="{FF2B5EF4-FFF2-40B4-BE49-F238E27FC236}">
                <a16:creationId xmlns:a16="http://schemas.microsoft.com/office/drawing/2014/main" id="{09E9E6D5-6C96-7D5C-5037-A62AD61E9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335367"/>
            <a:ext cx="8724900" cy="618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174663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2252</TotalTime>
  <Words>391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Goudy Old Style</vt:lpstr>
      <vt:lpstr>Times New Roman</vt:lpstr>
      <vt:lpstr>Univers Light</vt:lpstr>
      <vt:lpstr>PoiseVTI</vt:lpstr>
      <vt:lpstr>Hướng dẫn QUY Trình</vt:lpstr>
      <vt:lpstr>I. Đổi file CSV sang xlsx</vt:lpstr>
      <vt:lpstr>II. B934 - import data </vt:lpstr>
      <vt:lpstr>II. B934 - import data </vt:lpstr>
      <vt:lpstr>II. B934 - import data </vt:lpstr>
      <vt:lpstr>II. B934 - import data </vt:lpstr>
      <vt:lpstr>II. B934 - import data </vt:lpstr>
      <vt:lpstr>III. B935 – xem lịch sử đẩy dữ liệu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29</cp:revision>
  <dcterms:created xsi:type="dcterms:W3CDTF">2024-11-11T07:28:55Z</dcterms:created>
  <dcterms:modified xsi:type="dcterms:W3CDTF">2025-06-26T06:59:38Z</dcterms:modified>
</cp:coreProperties>
</file>