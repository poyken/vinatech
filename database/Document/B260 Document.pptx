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7"/>
  </p:notesMasterIdLst>
  <p:sldIdLst>
    <p:sldId id="256" r:id="rId2"/>
    <p:sldId id="282" r:id="rId3"/>
    <p:sldId id="289" r:id="rId4"/>
    <p:sldId id="290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B260 – Thông tin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b260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xuất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603504" y="1522461"/>
            <a:ext cx="3755135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B260,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(VVT)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(VVT_F3)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9E31F-5893-978C-7E24-A10135B3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398" y="2406258"/>
            <a:ext cx="362001" cy="3524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1EFD7D-EBB3-4E18-C260-4153FCEF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39" y="1117374"/>
            <a:ext cx="7800866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858A-181B-A0CE-2A73-26779D82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A510D3-8D90-B3EA-18AE-31499BB032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3C01B6-1E82-27BE-B9E3-4AB04544E52D}"/>
              </a:ext>
            </a:extLst>
          </p:cNvPr>
          <p:cNvSpPr txBox="1"/>
          <p:nvPr/>
        </p:nvSpPr>
        <p:spPr>
          <a:xfrm>
            <a:off x="500193" y="2447024"/>
            <a:ext cx="4031167" cy="305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WorkerGroupCode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phài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VE-01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0D2EEC-A34C-5A44-1380-2AD6165DC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27" y="2507984"/>
            <a:ext cx="353393" cy="353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A351A7-B13A-9748-12D1-7B57DE71C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47" y="5112898"/>
            <a:ext cx="338153" cy="33815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63B1D2F-80E0-A063-8029-5D08B00C5BE7}"/>
              </a:ext>
            </a:extLst>
          </p:cNvPr>
          <p:cNvSpPr txBox="1">
            <a:spLocks/>
          </p:cNvSpPr>
          <p:nvPr/>
        </p:nvSpPr>
        <p:spPr>
          <a:xfrm>
            <a:off x="603504" y="62791"/>
            <a:ext cx="11256264" cy="68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I. </a:t>
            </a:r>
            <a:r>
              <a:rPr lang="en-US" b="1">
                <a:solidFill>
                  <a:srgbClr val="C00000"/>
                </a:solidFill>
              </a:rPr>
              <a:t>b260</a:t>
            </a:r>
            <a:r>
              <a:rPr lang="en-US" b="1"/>
              <a:t> thông tin nhân viên sản xuất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228BE7-DE21-C2DC-8406-CC97BCEB8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240" y="1199750"/>
            <a:ext cx="7638306" cy="484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6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2760-B54F-1BC3-EC0B-E5B27AF4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0E937B-37CC-B4F2-F3EB-6AFE2CB088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221D3-A507-7087-FA6A-428C682D8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60" y="869697"/>
            <a:ext cx="7634496" cy="58298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C5AAB10-22EC-DED7-F2EF-AE2285F1D72B}"/>
              </a:ext>
            </a:extLst>
          </p:cNvPr>
          <p:cNvSpPr txBox="1">
            <a:spLocks/>
          </p:cNvSpPr>
          <p:nvPr/>
        </p:nvSpPr>
        <p:spPr>
          <a:xfrm>
            <a:off x="603504" y="62791"/>
            <a:ext cx="11256264" cy="68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I. </a:t>
            </a:r>
            <a:r>
              <a:rPr lang="en-US" b="1">
                <a:solidFill>
                  <a:srgbClr val="C00000"/>
                </a:solidFill>
              </a:rPr>
              <a:t>b260</a:t>
            </a:r>
            <a:r>
              <a:rPr lang="en-US" b="1"/>
              <a:t> thông tin nhân viên sản xuất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409B5-2750-A730-488E-CC23A168E50E}"/>
              </a:ext>
            </a:extLst>
          </p:cNvPr>
          <p:cNvSpPr txBox="1"/>
          <p:nvPr/>
        </p:nvSpPr>
        <p:spPr>
          <a:xfrm>
            <a:off x="500193" y="2447024"/>
            <a:ext cx="4031167" cy="189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A7F109-681C-0DA2-46C2-187133201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03" y="3939730"/>
            <a:ext cx="338153" cy="338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64CCB3-E446-BB3D-3810-30D60E654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500" y="2920683"/>
            <a:ext cx="331651" cy="3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3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2630-C63F-FAD3-B358-63882C8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D98FFA-318A-60D1-D584-289F2F1DA19B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71837D-D880-678A-10C3-82191270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03" y="3939730"/>
            <a:ext cx="338153" cy="33815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46B347-9039-FFE4-63B5-B69CE54243A3}"/>
              </a:ext>
            </a:extLst>
          </p:cNvPr>
          <p:cNvSpPr txBox="1">
            <a:spLocks/>
          </p:cNvSpPr>
          <p:nvPr/>
        </p:nvSpPr>
        <p:spPr>
          <a:xfrm>
            <a:off x="603504" y="62791"/>
            <a:ext cx="11256264" cy="68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I. </a:t>
            </a:r>
            <a:r>
              <a:rPr lang="en-US" b="1">
                <a:solidFill>
                  <a:srgbClr val="C00000"/>
                </a:solidFill>
              </a:rPr>
              <a:t>b260</a:t>
            </a:r>
            <a:r>
              <a:rPr lang="en-US" b="1"/>
              <a:t> thông tin nhân viên sản xuất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C0F6-663E-C7E4-BE71-292947E687E8}"/>
              </a:ext>
            </a:extLst>
          </p:cNvPr>
          <p:cNvSpPr txBox="1"/>
          <p:nvPr/>
        </p:nvSpPr>
        <p:spPr>
          <a:xfrm>
            <a:off x="452455" y="3176380"/>
            <a:ext cx="3452047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67DC0C-D1BB-B1A3-36F0-960B4F5ED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694" y="1123896"/>
            <a:ext cx="8146306" cy="56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04850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214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màn hình </vt:lpstr>
      <vt:lpstr>I. b260 thông tin nhân viên sản xuất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18</cp:revision>
  <dcterms:created xsi:type="dcterms:W3CDTF">2024-11-11T07:28:55Z</dcterms:created>
  <dcterms:modified xsi:type="dcterms:W3CDTF">2025-01-10T08:32:18Z</dcterms:modified>
</cp:coreProperties>
</file>