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8"/>
  </p:notesMasterIdLst>
  <p:sldIdLst>
    <p:sldId id="256" r:id="rId2"/>
    <p:sldId id="257" r:id="rId3"/>
    <p:sldId id="282" r:id="rId4"/>
    <p:sldId id="258" r:id="rId5"/>
    <p:sldId id="260" r:id="rId6"/>
    <p:sldId id="259" r:id="rId7"/>
    <p:sldId id="261" r:id="rId8"/>
    <p:sldId id="278" r:id="rId9"/>
    <p:sldId id="279" r:id="rId10"/>
    <p:sldId id="277" r:id="rId11"/>
    <p:sldId id="280" r:id="rId12"/>
    <p:sldId id="283" r:id="rId13"/>
    <p:sldId id="284" r:id="rId14"/>
    <p:sldId id="285" r:id="rId15"/>
    <p:sldId id="286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664100"/>
            <a:ext cx="3803350" cy="2614334"/>
          </a:xfrm>
        </p:spPr>
        <p:txBody>
          <a:bodyPr anchor="ctr">
            <a:noAutofit/>
          </a:bodyPr>
          <a:lstStyle/>
          <a:p>
            <a:r>
              <a:rPr lang="en-US" sz="3600" dirty="0"/>
              <a:t>Quy </a:t>
            </a:r>
            <a:r>
              <a:rPr lang="en-US" sz="3600" dirty="0" err="1"/>
              <a:t>Trình</a:t>
            </a:r>
            <a:r>
              <a:rPr lang="en-US" sz="3600" dirty="0"/>
              <a:t> </a:t>
            </a:r>
            <a:r>
              <a:rPr lang="en-US" sz="3600" dirty="0" err="1"/>
              <a:t>nhập</a:t>
            </a:r>
            <a:r>
              <a:rPr lang="en-US" sz="3600" dirty="0"/>
              <a:t> Liệu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96B459-B775-A815-CF41-38B3F79043C9}"/>
              </a:ext>
            </a:extLst>
          </p:cNvPr>
          <p:cNvSpPr/>
          <p:nvPr/>
        </p:nvSpPr>
        <p:spPr>
          <a:xfrm>
            <a:off x="5772310" y="4910328"/>
            <a:ext cx="5822282" cy="9962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Bending/Cutting QC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00FC-4D32-0F5C-F60A-0304721D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48409"/>
          </a:xfrm>
        </p:spPr>
        <p:txBody>
          <a:bodyPr>
            <a:normAutofit/>
          </a:bodyPr>
          <a:lstStyle/>
          <a:p>
            <a:r>
              <a:rPr lang="en-US" b="1" dirty="0"/>
              <a:t>Quy </a:t>
            </a:r>
            <a:r>
              <a:rPr lang="en-US" b="1" dirty="0" err="1"/>
              <a:t>trình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FABDF-0287-2E01-8279-3EB45AB82D0A}"/>
              </a:ext>
            </a:extLst>
          </p:cNvPr>
          <p:cNvSpPr/>
          <p:nvPr/>
        </p:nvSpPr>
        <p:spPr>
          <a:xfrm>
            <a:off x="477520" y="802640"/>
            <a:ext cx="11256264" cy="2626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B9A594-0DA8-BC72-7A3D-3538E1C1F0B0}"/>
              </a:ext>
            </a:extLst>
          </p:cNvPr>
          <p:cNvSpPr/>
          <p:nvPr/>
        </p:nvSpPr>
        <p:spPr>
          <a:xfrm>
            <a:off x="477520" y="3840480"/>
            <a:ext cx="11256264" cy="2626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E5C1BD-3E7F-C99F-CEFE-16212C2CB62D}"/>
              </a:ext>
            </a:extLst>
          </p:cNvPr>
          <p:cNvSpPr/>
          <p:nvPr/>
        </p:nvSpPr>
        <p:spPr>
          <a:xfrm>
            <a:off x="1897634" y="1859280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C121</a:t>
            </a:r>
            <a:br>
              <a:rPr lang="en-US" dirty="0"/>
            </a:b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chung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4CDC0B-434B-426F-4AFB-928BD2B98EB1}"/>
              </a:ext>
            </a:extLst>
          </p:cNvPr>
          <p:cNvSpPr/>
          <p:nvPr/>
        </p:nvSpPr>
        <p:spPr>
          <a:xfrm>
            <a:off x="6486652" y="1879600"/>
            <a:ext cx="347015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C561</a:t>
            </a:r>
            <a:br>
              <a:rPr lang="en-US" dirty="0"/>
            </a:br>
            <a:r>
              <a:rPr lang="en-US" dirty="0"/>
              <a:t>Các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1E43E-2017-5F63-F3D0-545A523F4283}"/>
              </a:ext>
            </a:extLst>
          </p:cNvPr>
          <p:cNvSpPr txBox="1"/>
          <p:nvPr/>
        </p:nvSpPr>
        <p:spPr>
          <a:xfrm>
            <a:off x="1036320" y="1107440"/>
            <a:ext cx="263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ban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1C81103-19D1-2D13-A435-8DA3BDF69CAA}"/>
              </a:ext>
            </a:extLst>
          </p:cNvPr>
          <p:cNvSpPr/>
          <p:nvPr/>
        </p:nvSpPr>
        <p:spPr>
          <a:xfrm>
            <a:off x="4919726" y="2153920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78B6B8-7AEB-385E-C884-AD484E26FA06}"/>
              </a:ext>
            </a:extLst>
          </p:cNvPr>
          <p:cNvSpPr/>
          <p:nvPr/>
        </p:nvSpPr>
        <p:spPr>
          <a:xfrm>
            <a:off x="608584" y="4917440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C562</a:t>
            </a:r>
            <a:br>
              <a:rPr lang="en-US" dirty="0"/>
            </a:br>
            <a:r>
              <a:rPr lang="en-US" dirty="0" err="1"/>
              <a:t>Tạo</a:t>
            </a:r>
            <a:r>
              <a:rPr lang="en-US" dirty="0"/>
              <a:t> Lot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19E4CE-94BC-F3EF-5B73-7B4C5B48862B}"/>
              </a:ext>
            </a:extLst>
          </p:cNvPr>
          <p:cNvSpPr/>
          <p:nvPr/>
        </p:nvSpPr>
        <p:spPr>
          <a:xfrm>
            <a:off x="4477005" y="4917440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C563</a:t>
            </a:r>
            <a:br>
              <a:rPr lang="en-US" dirty="0"/>
            </a:b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Lot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B3543A-DDAC-1C49-C0F4-1521FB428088}"/>
              </a:ext>
            </a:extLst>
          </p:cNvPr>
          <p:cNvSpPr/>
          <p:nvPr/>
        </p:nvSpPr>
        <p:spPr>
          <a:xfrm>
            <a:off x="8345426" y="4917440"/>
            <a:ext cx="3222752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C564</a:t>
            </a:r>
            <a:br>
              <a:rPr lang="en-US" dirty="0"/>
            </a:b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E512277-ED89-0AA5-CDA7-34B3F42EFD8A}"/>
              </a:ext>
            </a:extLst>
          </p:cNvPr>
          <p:cNvSpPr/>
          <p:nvPr/>
        </p:nvSpPr>
        <p:spPr>
          <a:xfrm>
            <a:off x="3270377" y="5191760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EB3AC2D-BBA0-C86D-B35A-0F26F20CCB8F}"/>
              </a:ext>
            </a:extLst>
          </p:cNvPr>
          <p:cNvSpPr/>
          <p:nvPr/>
        </p:nvSpPr>
        <p:spPr>
          <a:xfrm>
            <a:off x="7138798" y="5191760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6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6624-A161-6B68-9CE1-BB66A10B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8A1F-5118-5883-FA47-C2C22576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822960"/>
          </a:xfrm>
        </p:spPr>
        <p:txBody>
          <a:bodyPr>
            <a:normAutofit/>
          </a:bodyPr>
          <a:lstStyle/>
          <a:p>
            <a:r>
              <a:rPr lang="en-US" b="1" dirty="0"/>
              <a:t>I. Quản LÝ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/</a:t>
            </a:r>
            <a:r>
              <a:rPr lang="en-US" b="1" dirty="0" err="1"/>
              <a:t>Nhóm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CF64E-7823-794E-B00E-0D1BE4F29160}"/>
              </a:ext>
            </a:extLst>
          </p:cNvPr>
          <p:cNvSpPr txBox="1"/>
          <p:nvPr/>
        </p:nvSpPr>
        <p:spPr>
          <a:xfrm>
            <a:off x="603504" y="103148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C121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B7CDE8-0E64-FFB1-4D77-4CDD38B9C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23" y="2039112"/>
            <a:ext cx="10503154" cy="46983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DF2AB3-6AC8-DC1C-E508-A347C144E4DE}"/>
              </a:ext>
            </a:extLst>
          </p:cNvPr>
          <p:cNvSpPr txBox="1"/>
          <p:nvPr/>
        </p:nvSpPr>
        <p:spPr>
          <a:xfrm>
            <a:off x="1099566" y="1554823"/>
            <a:ext cx="7996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10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9884-FED6-BECB-1999-803D3FD1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94999C-4B56-8796-7823-359530EFF8B1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FE5A4-20FA-2171-E41E-CF2AA14D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25" y="962636"/>
            <a:ext cx="11371149" cy="521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65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0D8C-960D-DF5B-1645-AAF52BCE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E3B5D1-936F-0C42-FC87-C91E1C188C8A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8F608C-E202-E9F5-7C86-ED3FFBC8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11" y="1061578"/>
            <a:ext cx="11130778" cy="49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6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8FA3-1595-3D27-5E24-CCD68BF7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236D3F-1D8F-974E-2934-D66E20FE77BD}"/>
              </a:ext>
            </a:extLst>
          </p:cNvPr>
          <p:cNvSpPr txBox="1"/>
          <p:nvPr/>
        </p:nvSpPr>
        <p:spPr>
          <a:xfrm>
            <a:off x="399288" y="29219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A09F3-BEA1-67B8-09C7-28E06D24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48" y="661528"/>
            <a:ext cx="11304164" cy="5030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369E14-74F2-201F-0C95-EFF4D28DC5C2}"/>
              </a:ext>
            </a:extLst>
          </p:cNvPr>
          <p:cNvSpPr txBox="1"/>
          <p:nvPr/>
        </p:nvSpPr>
        <p:spPr>
          <a:xfrm>
            <a:off x="488548" y="6011806"/>
            <a:ext cx="6272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16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5B4F-FD31-0970-4DBE-7E8CC0B9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C294-0B1D-A939-6086-4A6C9CA4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62776"/>
            <a:ext cx="11527536" cy="82296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II.Thiết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MODEL(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C561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44878-5731-0408-46E0-9191ACB82652}"/>
              </a:ext>
            </a:extLst>
          </p:cNvPr>
          <p:cNvSpPr txBox="1"/>
          <p:nvPr/>
        </p:nvSpPr>
        <p:spPr>
          <a:xfrm>
            <a:off x="378177" y="1120770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DBA1D-7FD2-5F81-FE4C-A6581B68B81F}"/>
              </a:ext>
            </a:extLst>
          </p:cNvPr>
          <p:cNvSpPr txBox="1"/>
          <p:nvPr/>
        </p:nvSpPr>
        <p:spPr>
          <a:xfrm>
            <a:off x="426768" y="1490102"/>
            <a:ext cx="296747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  <a:endParaRPr lang="en-US" sz="1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4DC8D6-77AE-8166-6035-922A4E37C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267" y="2680905"/>
            <a:ext cx="352425" cy="3143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C001BC-4D2A-6EBB-539D-145D919725CE}"/>
              </a:ext>
            </a:extLst>
          </p:cNvPr>
          <p:cNvSpPr txBox="1"/>
          <p:nvPr/>
        </p:nvSpPr>
        <p:spPr>
          <a:xfrm>
            <a:off x="378177" y="3157091"/>
            <a:ext cx="29001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3A0496-FDD2-DD95-74DA-504611BCC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527" y="1152436"/>
            <a:ext cx="8518944" cy="371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14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1BF48-EFB4-4953-B8F4-D3BCC127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9D5524-82EF-DE33-1908-D39F52EE4BC0}"/>
              </a:ext>
            </a:extLst>
          </p:cNvPr>
          <p:cNvSpPr txBox="1"/>
          <p:nvPr/>
        </p:nvSpPr>
        <p:spPr>
          <a:xfrm>
            <a:off x="399288" y="846820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D1BED-2413-7A72-A6B0-89893BF0BD41}"/>
              </a:ext>
            </a:extLst>
          </p:cNvPr>
          <p:cNvSpPr txBox="1"/>
          <p:nvPr/>
        </p:nvSpPr>
        <p:spPr>
          <a:xfrm>
            <a:off x="270683" y="1276403"/>
            <a:ext cx="3674872" cy="263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Click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Tick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C561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Lưu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42D338-4346-0C01-E12A-BCC4CC3D5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832" y="3576320"/>
            <a:ext cx="338261" cy="30067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65CE72C-AEAE-E12B-A782-69CF3F50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62776"/>
            <a:ext cx="11527536" cy="82296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II.Thiết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MODEL(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C561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4BD57E-0E92-35AC-18BF-32755EE25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275" y="835199"/>
            <a:ext cx="8086725" cy="7619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3DB987-FA16-C8F7-67E9-31F5EFD50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764" y="2000196"/>
            <a:ext cx="6931553" cy="4740720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F09D68FC-6087-C6EE-B072-558800136203}"/>
              </a:ext>
            </a:extLst>
          </p:cNvPr>
          <p:cNvSpPr/>
          <p:nvPr/>
        </p:nvSpPr>
        <p:spPr>
          <a:xfrm>
            <a:off x="9324975" y="1447773"/>
            <a:ext cx="1181100" cy="52387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6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4381-9A4A-DBD4-4132-208EFA22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1EE877-3872-69F3-E8E4-9A63FE84B9D9}"/>
              </a:ext>
            </a:extLst>
          </p:cNvPr>
          <p:cNvSpPr txBox="1"/>
          <p:nvPr/>
        </p:nvSpPr>
        <p:spPr>
          <a:xfrm>
            <a:off x="399288" y="846820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4694C-E7E6-1C5B-7D19-501C5BF090C9}"/>
              </a:ext>
            </a:extLst>
          </p:cNvPr>
          <p:cNvSpPr txBox="1"/>
          <p:nvPr/>
        </p:nvSpPr>
        <p:spPr>
          <a:xfrm>
            <a:off x="270683" y="1276403"/>
            <a:ext cx="3674872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9D318-E4FA-2FDF-84FB-B9F05FDD61E6}"/>
              </a:ext>
            </a:extLst>
          </p:cNvPr>
          <p:cNvSpPr txBox="1"/>
          <p:nvPr/>
        </p:nvSpPr>
        <p:spPr>
          <a:xfrm>
            <a:off x="270683" y="2432489"/>
            <a:ext cx="3674872" cy="226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C121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F44E76-18C1-77F6-715E-D4DC23AE5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560" y="3961843"/>
            <a:ext cx="379800" cy="3376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D2DBD0-3F37-1B3A-26C3-C327222D1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768" y="1216152"/>
            <a:ext cx="8209931" cy="440210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F5C4BB5-B5DB-EEDE-E289-3AE80D66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62776"/>
            <a:ext cx="11527536" cy="82296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II.Thiết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MODEL(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C561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66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B786-EEF2-5FA0-6D20-1D3D1B78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A2EB-2116-097D-D049-B3CF41D74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III.Tạo</a:t>
            </a:r>
            <a:r>
              <a:rPr lang="en-US" sz="2500" b="1" dirty="0"/>
              <a:t> Lot </a:t>
            </a:r>
            <a:r>
              <a:rPr lang="en-US" sz="2500" b="1" dirty="0" err="1"/>
              <a:t>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C562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80B21-A5D4-661A-3020-EFD692CAB852}"/>
              </a:ext>
            </a:extLst>
          </p:cNvPr>
          <p:cNvSpPr txBox="1"/>
          <p:nvPr/>
        </p:nvSpPr>
        <p:spPr>
          <a:xfrm>
            <a:off x="524680" y="902751"/>
            <a:ext cx="10742757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Dán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Thông tin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		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4C72F-1E2C-9AFC-4C29-F48C9390B5AE}"/>
              </a:ext>
            </a:extLst>
          </p:cNvPr>
          <p:cNvSpPr txBox="1"/>
          <p:nvPr/>
        </p:nvSpPr>
        <p:spPr>
          <a:xfrm>
            <a:off x="524681" y="2393823"/>
            <a:ext cx="10742757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QC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EF08C4-404E-6741-AC54-E55E65C2D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135" y="974790"/>
            <a:ext cx="314369" cy="3143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2A00BC-EB44-0399-8FC5-9F8C45B56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338" y="1723851"/>
            <a:ext cx="963342" cy="3302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15D5F4-30D2-8392-B558-7619EAEE3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147" y="902751"/>
            <a:ext cx="6809623" cy="422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34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07D2-472A-B1BD-E76B-73A58F8D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638D-6457-DC5D-8936-0937432D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IV.kiểm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 </a:t>
            </a:r>
            <a:r>
              <a:rPr lang="en-US" sz="2500" b="1" dirty="0" err="1"/>
              <a:t>theo</a:t>
            </a:r>
            <a:r>
              <a:rPr lang="en-US" sz="2500" b="1" dirty="0"/>
              <a:t> </a:t>
            </a:r>
            <a:r>
              <a:rPr lang="en-US" sz="2500" b="1" dirty="0" err="1"/>
              <a:t>từng</a:t>
            </a:r>
            <a:r>
              <a:rPr lang="en-US" sz="2500" b="1" dirty="0"/>
              <a:t> </a:t>
            </a:r>
            <a:r>
              <a:rPr lang="en-US" sz="2500" b="1" dirty="0" err="1"/>
              <a:t>mẫu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C563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A3BA4-C8B4-BBA5-AEBD-6A3B561EB094}"/>
              </a:ext>
            </a:extLst>
          </p:cNvPr>
          <p:cNvSpPr txBox="1"/>
          <p:nvPr/>
        </p:nvSpPr>
        <p:spPr>
          <a:xfrm>
            <a:off x="399288" y="2272914"/>
            <a:ext cx="2079752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 (1)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DF551D-0E33-2213-EE93-9EDCA13E8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671" y="3114631"/>
            <a:ext cx="314369" cy="3143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435706-6823-84B5-E6D4-1FF702C06674}"/>
              </a:ext>
            </a:extLst>
          </p:cNvPr>
          <p:cNvSpPr txBox="1"/>
          <p:nvPr/>
        </p:nvSpPr>
        <p:spPr>
          <a:xfrm>
            <a:off x="570737" y="868833"/>
            <a:ext cx="8449437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C530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840A35-5D4E-BC47-8CB6-3CE4A2D9C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1" y="1365156"/>
            <a:ext cx="9145524" cy="504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10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67B0-DA0E-1CE8-D7A0-002439F9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67A0-24F8-E1DC-CE19-63C7CAE3F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IV.kiểm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 </a:t>
            </a:r>
            <a:r>
              <a:rPr lang="en-US" sz="2500" b="1" dirty="0" err="1"/>
              <a:t>theo</a:t>
            </a:r>
            <a:r>
              <a:rPr lang="en-US" sz="2500" b="1" dirty="0"/>
              <a:t> </a:t>
            </a:r>
            <a:r>
              <a:rPr lang="en-US" sz="2500" b="1" dirty="0" err="1"/>
              <a:t>từng</a:t>
            </a:r>
            <a:r>
              <a:rPr lang="en-US" sz="2500" b="1" dirty="0"/>
              <a:t> </a:t>
            </a:r>
            <a:r>
              <a:rPr lang="en-US" sz="2500" b="1" dirty="0" err="1"/>
              <a:t>mẫu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C563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F98D7-C230-25B4-A34E-9D2E99C6774A}"/>
              </a:ext>
            </a:extLst>
          </p:cNvPr>
          <p:cNvSpPr txBox="1"/>
          <p:nvPr/>
        </p:nvSpPr>
        <p:spPr>
          <a:xfrm>
            <a:off x="336787" y="1625086"/>
            <a:ext cx="375268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F81D05-44E3-05C5-7197-979E0E04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224" y="1625086"/>
            <a:ext cx="8223776" cy="52329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CF0760-7410-8FA3-B4AE-D4A960F7C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160" y="3314851"/>
            <a:ext cx="1021147" cy="21373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AA3FF2-0890-7D7B-2D72-F646264352CE}"/>
              </a:ext>
            </a:extLst>
          </p:cNvPr>
          <p:cNvSpPr txBox="1"/>
          <p:nvPr/>
        </p:nvSpPr>
        <p:spPr>
          <a:xfrm>
            <a:off x="572008" y="995454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892F94-C25F-77AF-7D00-FB9612B6A863}"/>
              </a:ext>
            </a:extLst>
          </p:cNvPr>
          <p:cNvSpPr txBox="1"/>
          <p:nvPr/>
        </p:nvSpPr>
        <p:spPr>
          <a:xfrm>
            <a:off x="336787" y="4241543"/>
            <a:ext cx="3752680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281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03CE-208E-14A1-0A31-463ED8FA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996D-0F59-F063-378D-FEB014D0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IV.kiểm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 </a:t>
            </a:r>
            <a:r>
              <a:rPr lang="en-US" sz="2500" b="1" dirty="0" err="1"/>
              <a:t>theo</a:t>
            </a:r>
            <a:r>
              <a:rPr lang="en-US" sz="2500" b="1" dirty="0"/>
              <a:t> </a:t>
            </a:r>
            <a:r>
              <a:rPr lang="en-US" sz="2500" b="1" dirty="0" err="1"/>
              <a:t>từng</a:t>
            </a:r>
            <a:r>
              <a:rPr lang="en-US" sz="2500" b="1" dirty="0"/>
              <a:t> </a:t>
            </a:r>
            <a:r>
              <a:rPr lang="en-US" sz="2500" b="1" dirty="0" err="1"/>
              <a:t>mẫu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</a:rPr>
              <a:t>C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563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5C62B-AE56-7791-4D27-90FDEC9DA60C}"/>
              </a:ext>
            </a:extLst>
          </p:cNvPr>
          <p:cNvSpPr txBox="1"/>
          <p:nvPr/>
        </p:nvSpPr>
        <p:spPr>
          <a:xfrm>
            <a:off x="466344" y="755671"/>
            <a:ext cx="9642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C561:</a:t>
            </a:r>
          </a:p>
          <a:p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04168-C1B3-4FB0-565F-4682A103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1884185"/>
            <a:ext cx="10398016" cy="497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52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154A-1C5C-E07A-8DD9-2EAD8A76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52A3-FE1D-7122-E492-8B9482C1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IV.kiểm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 </a:t>
            </a:r>
            <a:r>
              <a:rPr lang="en-US" sz="2500" b="1" dirty="0" err="1"/>
              <a:t>theo</a:t>
            </a:r>
            <a:r>
              <a:rPr lang="en-US" sz="2500" b="1" dirty="0"/>
              <a:t> </a:t>
            </a:r>
            <a:r>
              <a:rPr lang="en-US" sz="2500" b="1" dirty="0" err="1"/>
              <a:t>từng</a:t>
            </a:r>
            <a:r>
              <a:rPr lang="en-US" sz="2500" b="1" dirty="0"/>
              <a:t> </a:t>
            </a:r>
            <a:r>
              <a:rPr lang="en-US" sz="2500" b="1" dirty="0" err="1"/>
              <a:t>mẫu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C563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8A7A4-0A69-8CA8-3A28-4479C23EA102}"/>
              </a:ext>
            </a:extLst>
          </p:cNvPr>
          <p:cNvSpPr txBox="1"/>
          <p:nvPr/>
        </p:nvSpPr>
        <p:spPr>
          <a:xfrm>
            <a:off x="487892" y="735154"/>
            <a:ext cx="8432588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06124-5436-35B1-9974-10E4988F1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64" y="1830304"/>
            <a:ext cx="10586720" cy="5027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42D4CB-5158-80B9-077A-B329FD2E9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360" y="814975"/>
            <a:ext cx="379800" cy="33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71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25E4E-420B-1835-B823-33D0A480C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7DEE-D8D5-02E9-B11E-406F6570D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V.lịch</a:t>
            </a:r>
            <a:r>
              <a:rPr lang="en-US" sz="2500" b="1" dirty="0"/>
              <a:t> </a:t>
            </a:r>
            <a:r>
              <a:rPr lang="en-US" sz="2500" b="1" dirty="0" err="1"/>
              <a:t>sử</a:t>
            </a:r>
            <a:r>
              <a:rPr lang="en-US" sz="2500" b="1" dirty="0"/>
              <a:t> </a:t>
            </a:r>
            <a:r>
              <a:rPr lang="en-US" sz="2500" b="1" dirty="0" err="1"/>
              <a:t>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xuất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C564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D70F7-03FE-5440-14D6-86C0FFCF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0" y="1540035"/>
            <a:ext cx="9316720" cy="5317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A4A43F-9357-02E1-80DC-14A73BD83052}"/>
              </a:ext>
            </a:extLst>
          </p:cNvPr>
          <p:cNvSpPr txBox="1"/>
          <p:nvPr/>
        </p:nvSpPr>
        <p:spPr>
          <a:xfrm>
            <a:off x="399288" y="2272914"/>
            <a:ext cx="2079752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 (1)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E91936-0B87-89CB-A102-4E94B8013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671" y="3114631"/>
            <a:ext cx="314369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11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220+ Thanks For Watching Stock Illustrations, Royalty-Free Vector Graphics  &amp; Clip Art - iStock | Thank you">
            <a:extLst>
              <a:ext uri="{FF2B5EF4-FFF2-40B4-BE49-F238E27FC236}">
                <a16:creationId xmlns:a16="http://schemas.microsoft.com/office/drawing/2014/main" id="{09E9E6D5-6C96-7D5C-5037-A62AD61E9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335367"/>
            <a:ext cx="8724900" cy="618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174663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607</Words>
  <Application>Microsoft Office PowerPoint</Application>
  <PresentationFormat>Widescreen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Goudy Old Style</vt:lpstr>
      <vt:lpstr>Symbol</vt:lpstr>
      <vt:lpstr>Times New Roman</vt:lpstr>
      <vt:lpstr>Univers Light</vt:lpstr>
      <vt:lpstr>PoiseVTI</vt:lpstr>
      <vt:lpstr>Quy Trình nhập Liệu</vt:lpstr>
      <vt:lpstr>Quy trình</vt:lpstr>
      <vt:lpstr>I. Quản LÝ hạng mục/Nhóm kiểm tra</vt:lpstr>
      <vt:lpstr>PowerPoint Presentation</vt:lpstr>
      <vt:lpstr>PowerPoint Presentation</vt:lpstr>
      <vt:lpstr>PowerPoint Presentation</vt:lpstr>
      <vt:lpstr>II.Thiết lập Hạng mục theo từng MODEL(C561)</vt:lpstr>
      <vt:lpstr>II.Thiết lập Hạng mục theo từng MODEL(C561)</vt:lpstr>
      <vt:lpstr>II.Thiết lập Hạng mục theo từng MODEL(C561)</vt:lpstr>
      <vt:lpstr>III.Tạo Lot kiểm tra (C562)</vt:lpstr>
      <vt:lpstr>IV.kiểm tra sản phẩm theo từng mẫu(C563)</vt:lpstr>
      <vt:lpstr>IV.kiểm tra sản phẩm theo từng mẫu(C563)</vt:lpstr>
      <vt:lpstr>IV.kiểm tra sản phẩm theo từng mẫu(C563)</vt:lpstr>
      <vt:lpstr>IV.kiểm tra sản phẩm theo từng mẫu(C563)</vt:lpstr>
      <vt:lpstr>V.lịch sử kiểm tra sản xuất(C564)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16</cp:revision>
  <dcterms:created xsi:type="dcterms:W3CDTF">2024-11-11T07:28:55Z</dcterms:created>
  <dcterms:modified xsi:type="dcterms:W3CDTF">2025-09-15T05:51:23Z</dcterms:modified>
</cp:coreProperties>
</file>