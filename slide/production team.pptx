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542" r:id="rId2"/>
    <p:sldId id="644" r:id="rId3"/>
    <p:sldId id="655" r:id="rId4"/>
    <p:sldId id="654" r:id="rId5"/>
    <p:sldId id="646" r:id="rId6"/>
    <p:sldId id="653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8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7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54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5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99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79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1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2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09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12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8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3">
            <a:extLst>
              <a:ext uri="{FF2B5EF4-FFF2-40B4-BE49-F238E27FC236}">
                <a16:creationId xmlns:a16="http://schemas.microsoft.com/office/drawing/2014/main" id="{A9E03BA4-17CA-40B5-ABE1-23381033DA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8571"/>
          <a:stretch>
            <a:fillRect/>
          </a:stretch>
        </p:blipFill>
        <p:spPr bwMode="auto">
          <a:xfrm>
            <a:off x="-28574" y="6093300"/>
            <a:ext cx="9180513" cy="7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996F9A5-9A60-47F4-872D-80CAC1CE7E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684" y="6494056"/>
            <a:ext cx="1271062" cy="288032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7291506" y="170140"/>
            <a:ext cx="1428760" cy="21929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825" b="1" dirty="0">
                <a:solidFill>
                  <a:srgbClr val="0589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Vi</a:t>
            </a:r>
            <a:r>
              <a:rPr lang="en-US" altLang="ko-KR" sz="825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sion for</a:t>
            </a:r>
            <a:r>
              <a:rPr lang="en-US" altLang="ko-KR" sz="825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 </a:t>
            </a:r>
            <a:r>
              <a:rPr lang="en-US" altLang="ko-KR" sz="825" b="1" baseline="0" dirty="0">
                <a:solidFill>
                  <a:srgbClr val="0589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Na</a:t>
            </a:r>
            <a:r>
              <a:rPr lang="en-US" altLang="ko-KR" sz="825" b="1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ture</a:t>
            </a:r>
            <a:endParaRPr lang="ko-KR" altLang="en-US" sz="825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  <p:pic>
        <p:nvPicPr>
          <p:cNvPr id="13" name="그림 70" descr="아1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214" y="-68294"/>
            <a:ext cx="671208" cy="671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8338" y="6220151"/>
            <a:ext cx="2133600" cy="365125"/>
          </a:xfrm>
        </p:spPr>
        <p:txBody>
          <a:bodyPr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57928A3A-A3F6-4FB8-9239-719540D868F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A4F164D-3FBA-413D-82E0-F16629D470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131"/>
          <a:stretch/>
        </p:blipFill>
        <p:spPr>
          <a:xfrm>
            <a:off x="0" y="602918"/>
            <a:ext cx="9144000" cy="12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1011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00760" y="6356350"/>
            <a:ext cx="28956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6482292"/>
            <a:ext cx="21336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57928A3A-A3F6-4FB8-9239-719540D868F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7" name="Picture 2" descr="1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310" t="11529" r="45319" b="18808"/>
          <a:stretch>
            <a:fillRect/>
          </a:stretch>
        </p:blipFill>
        <p:spPr bwMode="auto">
          <a:xfrm>
            <a:off x="571472" y="1071546"/>
            <a:ext cx="4429156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6000760" y="-24"/>
            <a:ext cx="4143404" cy="367873"/>
          </a:xfrm>
          <a:prstGeom prst="ellipse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>
                <a:solidFill>
                  <a:srgbClr val="0589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</a:t>
            </a:r>
            <a:r>
              <a:rPr lang="en-US" altLang="ko-KR" sz="11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sion for</a:t>
            </a:r>
            <a:r>
              <a:rPr lang="en-US" altLang="ko-KR" sz="1100" b="1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1100" b="1" baseline="0" dirty="0">
                <a:solidFill>
                  <a:srgbClr val="05891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</a:t>
            </a:r>
            <a:r>
              <a:rPr lang="en-US" altLang="ko-KR" sz="1100" b="1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ture </a:t>
            </a:r>
            <a:r>
              <a:rPr lang="en-US" altLang="ko-KR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VINATECH</a:t>
            </a:r>
            <a:endParaRPr lang="ko-KR" altLang="en-US" sz="11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883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FAC32-EC9F-4E88-B453-CF1B5B6C9D0F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261E5-CB4E-476B-A154-C8D0073F8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5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6244A6-B852-C897-6D2E-96F104CA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7472">
              <a:spcAft>
                <a:spcPts val="600"/>
              </a:spcAft>
            </a:pPr>
            <a:fld id="{CA10536A-9AB2-467B-AA1F-0C195DCE5491}" type="slidenum">
              <a:rPr lang="ko-KR" altLang="en-US" sz="4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defTabSz="347472">
                <a:spcAft>
                  <a:spcPts val="600"/>
                </a:spcAft>
              </a:pPr>
              <a:t>1</a:t>
            </a:fld>
            <a:endParaRPr lang="ko-KR" altLang="en-US"/>
          </a:p>
        </p:txBody>
      </p:sp>
      <p:pic>
        <p:nvPicPr>
          <p:cNvPr id="6" name="그림 122">
            <a:extLst>
              <a:ext uri="{FF2B5EF4-FFF2-40B4-BE49-F238E27FC236}">
                <a16:creationId xmlns:a16="http://schemas.microsoft.com/office/drawing/2014/main" id="{0A770667-2CDD-3FAA-9519-74A823CE32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135779"/>
            <a:ext cx="3720275" cy="64807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3F4797C-A920-CADA-8BCB-4B16D7441EE2}"/>
              </a:ext>
            </a:extLst>
          </p:cNvPr>
          <p:cNvSpPr/>
          <p:nvPr/>
        </p:nvSpPr>
        <p:spPr>
          <a:xfrm>
            <a:off x="852061" y="3152001"/>
            <a:ext cx="7756917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347472">
              <a:spcAft>
                <a:spcPts val="600"/>
              </a:spcAft>
              <a:defRPr/>
            </a:pP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Khảo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</a:t>
            </a: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sát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</a:t>
            </a: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hệ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</a:t>
            </a: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thống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MES &amp; ERP </a:t>
            </a: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của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</a:t>
            </a:r>
            <a:r>
              <a:rPr lang="en-US" sz="3000" b="1" dirty="0" err="1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phòng</a:t>
            </a:r>
            <a:r>
              <a:rPr lang="en-US" sz="3000" b="1" dirty="0">
                <a:ln w="6600">
                  <a:solidFill>
                    <a:schemeClr val="tx1"/>
                  </a:solidFill>
                  <a:prstDash val="solid"/>
                </a:ln>
                <a:effectLst>
                  <a:outerShdw dist="38100" dir="2700000" algn="tl" rotWithShape="0">
                    <a:srgbClr val="ED7D31"/>
                  </a:outerShdw>
                </a:effectLst>
                <a:latin typeface="Calibri" panose="020F0502020204030204"/>
              </a:rPr>
              <a:t> KTSP</a:t>
            </a:r>
            <a:endParaRPr kumimoji="0" lang="en-US" sz="3000" b="1" i="0" u="none" strike="noStrike" kern="1200" cap="none" spc="0" normalizeH="0" baseline="0" noProof="0" dirty="0">
              <a:ln w="6600">
                <a:solidFill>
                  <a:schemeClr val="tx1"/>
                </a:solidFill>
                <a:prstDash val="solid"/>
              </a:ln>
              <a:effectLst>
                <a:outerShdw dist="38100" dir="2700000" algn="tl" rotWithShape="0">
                  <a:srgbClr val="ED7D31"/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8534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578CE-8FDE-8A1F-2C51-2EE51B6E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8445256-9F71-02A9-5AB4-0F12666F84B8}"/>
              </a:ext>
            </a:extLst>
          </p:cNvPr>
          <p:cNvSpPr txBox="1">
            <a:spLocks/>
          </p:cNvSpPr>
          <p:nvPr/>
        </p:nvSpPr>
        <p:spPr>
          <a:xfrm>
            <a:off x="100591" y="120543"/>
            <a:ext cx="6988271" cy="431718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 latinLnBrk="1">
              <a:spcBef>
                <a:spcPct val="0"/>
              </a:spcBef>
              <a:defRPr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NAIS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08E98B-6A41-4E98-08FF-CAB97252AC8E}"/>
              </a:ext>
            </a:extLst>
          </p:cNvPr>
          <p:cNvSpPr txBox="1"/>
          <p:nvPr/>
        </p:nvSpPr>
        <p:spPr>
          <a:xfrm>
            <a:off x="215935" y="674223"/>
            <a:ext cx="839256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D9C1FC-4BFE-55E4-7AE8-534F4A12FD1F}"/>
              </a:ext>
            </a:extLst>
          </p:cNvPr>
          <p:cNvSpPr/>
          <p:nvPr/>
        </p:nvSpPr>
        <p:spPr>
          <a:xfrm>
            <a:off x="3005827" y="1912538"/>
            <a:ext cx="2071991" cy="9325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DF7B2-B564-6C19-F59A-D8B8C2F0D281}"/>
              </a:ext>
            </a:extLst>
          </p:cNvPr>
          <p:cNvSpPr txBox="1"/>
          <p:nvPr/>
        </p:nvSpPr>
        <p:spPr>
          <a:xfrm>
            <a:off x="3080327" y="2060215"/>
            <a:ext cx="1937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B3B52E-CFC8-B060-82C8-EA169E15F020}"/>
              </a:ext>
            </a:extLst>
          </p:cNvPr>
          <p:cNvSpPr/>
          <p:nvPr/>
        </p:nvSpPr>
        <p:spPr>
          <a:xfrm>
            <a:off x="3005827" y="3211904"/>
            <a:ext cx="2063636" cy="697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C1494-1A6D-0834-1535-E8C583B56C5C}"/>
              </a:ext>
            </a:extLst>
          </p:cNvPr>
          <p:cNvSpPr txBox="1"/>
          <p:nvPr/>
        </p:nvSpPr>
        <p:spPr>
          <a:xfrm>
            <a:off x="3234464" y="3271716"/>
            <a:ext cx="1639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2378783E-439B-A85B-14AD-32D76FCD6E42}"/>
              </a:ext>
            </a:extLst>
          </p:cNvPr>
          <p:cNvSpPr/>
          <p:nvPr/>
        </p:nvSpPr>
        <p:spPr>
          <a:xfrm>
            <a:off x="3014182" y="4350030"/>
            <a:ext cx="2051103" cy="94875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9FD12-3251-50FB-422D-909A6B7311D5}"/>
              </a:ext>
            </a:extLst>
          </p:cNvPr>
          <p:cNvSpPr txBox="1"/>
          <p:nvPr/>
        </p:nvSpPr>
        <p:spPr>
          <a:xfrm>
            <a:off x="3327670" y="4529080"/>
            <a:ext cx="14094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NAIS </a:t>
            </a:r>
            <a:r>
              <a:rPr lang="en-US"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(C143)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EF6578-EAAE-1D25-E1D7-D88AFA962A35}"/>
              </a:ext>
            </a:extLst>
          </p:cNvPr>
          <p:cNvSpPr/>
          <p:nvPr/>
        </p:nvSpPr>
        <p:spPr>
          <a:xfrm>
            <a:off x="3005827" y="5625821"/>
            <a:ext cx="2014998" cy="665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FEE34-B6E4-0195-DFBD-AAB9B901B5DD}"/>
              </a:ext>
            </a:extLst>
          </p:cNvPr>
          <p:cNvSpPr txBox="1"/>
          <p:nvPr/>
        </p:nvSpPr>
        <p:spPr>
          <a:xfrm>
            <a:off x="3273340" y="5626555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2EF1E048-07C2-461A-1918-8BF6B7DC6DB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069463" y="2378791"/>
            <a:ext cx="855725" cy="118184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D62ACC-7F05-830B-D8B1-AA61757FB0AE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5077818" y="2364884"/>
            <a:ext cx="847370" cy="13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3BDE7ED-E948-CF9B-A8DD-67B951723ABF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4037645" y="3909370"/>
            <a:ext cx="2089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181A4D-74A0-9AAC-EEB2-CA6B6AEEBD12}"/>
              </a:ext>
            </a:extLst>
          </p:cNvPr>
          <p:cNvCxnSpPr>
            <a:cxnSpLocks/>
          </p:cNvCxnSpPr>
          <p:nvPr/>
        </p:nvCxnSpPr>
        <p:spPr>
          <a:xfrm>
            <a:off x="4032417" y="5303340"/>
            <a:ext cx="4178" cy="317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4A468FC-8545-721E-1DDF-A10808CCF33A}"/>
              </a:ext>
            </a:extLst>
          </p:cNvPr>
          <p:cNvCxnSpPr>
            <a:cxnSpLocks/>
          </p:cNvCxnSpPr>
          <p:nvPr/>
        </p:nvCxnSpPr>
        <p:spPr>
          <a:xfrm>
            <a:off x="4041822" y="2814929"/>
            <a:ext cx="8355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0F2D992-9E76-1F4E-8E2F-CD105BA51EC0}"/>
              </a:ext>
            </a:extLst>
          </p:cNvPr>
          <p:cNvSpPr txBox="1"/>
          <p:nvPr/>
        </p:nvSpPr>
        <p:spPr>
          <a:xfrm>
            <a:off x="5118705" y="316399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2FDE8-FCF6-D22E-F2F1-1D72937E069E}"/>
              </a:ext>
            </a:extLst>
          </p:cNvPr>
          <p:cNvSpPr txBox="1"/>
          <p:nvPr/>
        </p:nvSpPr>
        <p:spPr>
          <a:xfrm>
            <a:off x="4032417" y="395389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282213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043D4-3664-568D-AC9D-AAD434D9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AB21A5-5F96-BBAC-D57E-4A1500A6B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8174" y="5481229"/>
            <a:ext cx="1600200" cy="273844"/>
          </a:xfrm>
        </p:spPr>
        <p:txBody>
          <a:bodyPr/>
          <a:lstStyle/>
          <a:p>
            <a:fld id="{57928A3A-A3F6-4FB8-9239-719540D868FB}" type="slidenum">
              <a:rPr lang="ko-KR" altLang="en-US" sz="9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ko-KR" altLang="en-US" sz="9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834D6F84-3DFD-CE9D-5667-41A818469D4D}"/>
              </a:ext>
            </a:extLst>
          </p:cNvPr>
          <p:cNvSpPr txBox="1">
            <a:spLocks/>
          </p:cNvSpPr>
          <p:nvPr/>
        </p:nvSpPr>
        <p:spPr>
          <a:xfrm>
            <a:off x="100591" y="120543"/>
            <a:ext cx="6988271" cy="431718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 latinLnBrk="1">
              <a:spcBef>
                <a:spcPct val="0"/>
              </a:spcBef>
              <a:defRPr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NAIS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948FC-069F-F2EE-C9DE-1D022F3EC873}"/>
              </a:ext>
            </a:extLst>
          </p:cNvPr>
          <p:cNvSpPr txBox="1"/>
          <p:nvPr/>
        </p:nvSpPr>
        <p:spPr>
          <a:xfrm>
            <a:off x="215935" y="674223"/>
            <a:ext cx="839256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9B3EAD-8736-56A2-7F94-A6FA95305DCE}"/>
              </a:ext>
            </a:extLst>
          </p:cNvPr>
          <p:cNvSpPr/>
          <p:nvPr/>
        </p:nvSpPr>
        <p:spPr>
          <a:xfrm>
            <a:off x="862275" y="1755940"/>
            <a:ext cx="2071991" cy="9325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00981-96AB-6204-8367-8AB6B1ACC8CA}"/>
              </a:ext>
            </a:extLst>
          </p:cNvPr>
          <p:cNvSpPr txBox="1"/>
          <p:nvPr/>
        </p:nvSpPr>
        <p:spPr>
          <a:xfrm>
            <a:off x="936775" y="1903617"/>
            <a:ext cx="1937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1D93B-E716-34D7-E853-DD04925330A2}"/>
              </a:ext>
            </a:extLst>
          </p:cNvPr>
          <p:cNvSpPr/>
          <p:nvPr/>
        </p:nvSpPr>
        <p:spPr>
          <a:xfrm>
            <a:off x="862275" y="3055306"/>
            <a:ext cx="2063636" cy="697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5A227F-468A-2015-4C6A-57ED94B8CF61}"/>
              </a:ext>
            </a:extLst>
          </p:cNvPr>
          <p:cNvSpPr txBox="1"/>
          <p:nvPr/>
        </p:nvSpPr>
        <p:spPr>
          <a:xfrm>
            <a:off x="920144" y="3252463"/>
            <a:ext cx="1937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F4A02FFC-012A-4524-3417-543692E04B5C}"/>
              </a:ext>
            </a:extLst>
          </p:cNvPr>
          <p:cNvSpPr/>
          <p:nvPr/>
        </p:nvSpPr>
        <p:spPr>
          <a:xfrm>
            <a:off x="870630" y="4193432"/>
            <a:ext cx="2063636" cy="922501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F22E5-AC3D-8786-9DDA-16B3F82C8A07}"/>
              </a:ext>
            </a:extLst>
          </p:cNvPr>
          <p:cNvSpPr txBox="1"/>
          <p:nvPr/>
        </p:nvSpPr>
        <p:spPr>
          <a:xfrm>
            <a:off x="1109572" y="4395223"/>
            <a:ext cx="15918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2CA90F-EFE5-9F4E-4D30-B5FB4C90F49D}"/>
              </a:ext>
            </a:extLst>
          </p:cNvPr>
          <p:cNvSpPr/>
          <p:nvPr/>
        </p:nvSpPr>
        <p:spPr>
          <a:xfrm>
            <a:off x="862275" y="5469223"/>
            <a:ext cx="2014998" cy="6653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7C3EF-1640-E4EE-CC89-6E2347477B0E}"/>
              </a:ext>
            </a:extLst>
          </p:cNvPr>
          <p:cNvSpPr txBox="1"/>
          <p:nvPr/>
        </p:nvSpPr>
        <p:spPr>
          <a:xfrm>
            <a:off x="1138224" y="5598475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10CDD27-5559-1391-B3AE-CB7BC720204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925911" y="2222193"/>
            <a:ext cx="855725" cy="118184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FD30BE-7B45-1B7C-2E61-6DFADE840A38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2934266" y="2208286"/>
            <a:ext cx="847370" cy="13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60E48D-16B4-F1AE-1EB9-89E3552F655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894093" y="3752772"/>
            <a:ext cx="8355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40A2B0C-1AC0-3B76-9896-1AC2DEF47896}"/>
              </a:ext>
            </a:extLst>
          </p:cNvPr>
          <p:cNvCxnSpPr>
            <a:cxnSpLocks/>
          </p:cNvCxnSpPr>
          <p:nvPr/>
        </p:nvCxnSpPr>
        <p:spPr>
          <a:xfrm>
            <a:off x="1888865" y="5146742"/>
            <a:ext cx="4178" cy="317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25DD32-053C-D52E-E55D-8BD2A4D8F748}"/>
              </a:ext>
            </a:extLst>
          </p:cNvPr>
          <p:cNvCxnSpPr>
            <a:cxnSpLocks/>
          </p:cNvCxnSpPr>
          <p:nvPr/>
        </p:nvCxnSpPr>
        <p:spPr>
          <a:xfrm>
            <a:off x="1898270" y="2658331"/>
            <a:ext cx="8355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4951BD6-E7C1-EB60-A4A9-3C60B5B397B5}"/>
              </a:ext>
            </a:extLst>
          </p:cNvPr>
          <p:cNvSpPr txBox="1"/>
          <p:nvPr/>
        </p:nvSpPr>
        <p:spPr>
          <a:xfrm>
            <a:off x="2975153" y="3007396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68D1EF-37AB-7580-D819-BD4988961DB8}"/>
              </a:ext>
            </a:extLst>
          </p:cNvPr>
          <p:cNvSpPr txBox="1"/>
          <p:nvPr/>
        </p:nvSpPr>
        <p:spPr>
          <a:xfrm>
            <a:off x="1888865" y="379730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DE4B71-3173-D694-229C-160208392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224159"/>
              </p:ext>
            </p:extLst>
          </p:nvPr>
        </p:nvGraphicFramePr>
        <p:xfrm>
          <a:off x="4392280" y="672356"/>
          <a:ext cx="4663883" cy="60241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6310">
                  <a:extLst>
                    <a:ext uri="{9D8B030D-6E8A-4147-A177-3AD203B41FA5}">
                      <a16:colId xmlns:a16="http://schemas.microsoft.com/office/drawing/2014/main" val="1236315694"/>
                    </a:ext>
                  </a:extLst>
                </a:gridCol>
                <a:gridCol w="693430">
                  <a:extLst>
                    <a:ext uri="{9D8B030D-6E8A-4147-A177-3AD203B41FA5}">
                      <a16:colId xmlns:a16="http://schemas.microsoft.com/office/drawing/2014/main" val="2680899005"/>
                    </a:ext>
                  </a:extLst>
                </a:gridCol>
                <a:gridCol w="1892402">
                  <a:extLst>
                    <a:ext uri="{9D8B030D-6E8A-4147-A177-3AD203B41FA5}">
                      <a16:colId xmlns:a16="http://schemas.microsoft.com/office/drawing/2014/main" val="1524539676"/>
                    </a:ext>
                  </a:extLst>
                </a:gridCol>
                <a:gridCol w="1791741">
                  <a:extLst>
                    <a:ext uri="{9D8B030D-6E8A-4147-A177-3AD203B41FA5}">
                      <a16:colId xmlns:a16="http://schemas.microsoft.com/office/drawing/2014/main" val="842045684"/>
                    </a:ext>
                  </a:extLst>
                </a:gridCol>
              </a:tblGrid>
              <a:tr h="30736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code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</a:t>
                      </a:r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480136085"/>
                  </a:ext>
                </a:extLst>
              </a:tr>
              <a:tr h="3271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B540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 thẻ công đoạn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Lot SP -&gt; Lot điện cực, thời gian chạy các công đoạn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652878394"/>
                  </a:ext>
                </a:extLst>
              </a:tr>
              <a:tr h="169234"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B782,C540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số lượng Lot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 mã Lot SP theo ngày</a:t>
                      </a:r>
                      <a:endParaRPr lang="en-GB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4038503779"/>
                  </a:ext>
                </a:extLst>
              </a:tr>
              <a:tr h="1692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 SL đầu vào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124973996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C470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PPM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131428047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B522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cực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610663370"/>
                  </a:ext>
                </a:extLst>
              </a:tr>
              <a:tr h="3271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B682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lắp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ráp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đoạn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ESR, SD, Short, Aging,…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361056817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B786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tra ESR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ESR tự động trên line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470153811"/>
                  </a:ext>
                </a:extLst>
              </a:tr>
              <a:tr h="325552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B790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Lot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cực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nhiều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Lot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 tin Lot No, </a:t>
                      </a:r>
                      <a:r>
                        <a:rPr lang="en-GB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GB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cực</a:t>
                      </a:r>
                      <a:endParaRPr lang="en-GB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207794330"/>
                  </a:ext>
                </a:extLst>
              </a:tr>
              <a:tr h="327111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C540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năng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QC (ESR, SD, CAP)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ESR, SD, CAP của QC đo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554447069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B597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Cáp thư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54171481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B781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 lượng đóng gói Cell line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766323748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B791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 lượng đóng gói Module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293609181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B933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de-DE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ESR Aging SD cỡ trung</a:t>
                      </a:r>
                      <a:endParaRPr lang="de-DE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213329298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C390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Lỗi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phù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hợp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706260165"/>
                  </a:ext>
                </a:extLst>
              </a:tr>
              <a:tr h="2696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C460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Lấy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dày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mật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Điện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cực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420672821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C535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holding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876677424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B602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sấy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308989575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H07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Nhiệt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ẩm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699022887"/>
                  </a:ext>
                </a:extLst>
              </a:tr>
              <a:tr h="199396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B551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độ dày Điện cực theo Lot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3668651104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B726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 phế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016720960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B727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Tìm kiếm phế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563130320"/>
                  </a:ext>
                </a:extLst>
              </a:tr>
              <a:tr h="26969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C425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mật độ điện cực và độ dày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2785911926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B785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data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 thước, cân nặng, ESR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443591323"/>
                  </a:ext>
                </a:extLst>
              </a:tr>
              <a:tr h="318109"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C430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Lịch sử đo kiểm tra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vi-VN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Kích thước, cân nặng, ESR</a:t>
                      </a:r>
                      <a:r>
                        <a:rPr lang="en-US" sz="1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360054584"/>
                  </a:ext>
                </a:extLst>
              </a:tr>
              <a:tr h="169234"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B682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GB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Phế lỗi lắp ráp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16772807"/>
                  </a:ext>
                </a:extLst>
              </a:tr>
              <a:tr h="32711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B933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SD, CAP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vi-VN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altLang="vi-VN" sz="1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Sorting/Aging </a:t>
                      </a:r>
                      <a:r>
                        <a:rPr lang="en-US" altLang="vi-VN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cỡ</a:t>
                      </a:r>
                      <a:r>
                        <a:rPr lang="en-US" altLang="vi-VN" sz="1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vi-VN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altLang="vi-VN" sz="1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vi-VN" sz="10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gõ</a:t>
                      </a:r>
                      <a:r>
                        <a:rPr lang="en-US" altLang="vi-VN" sz="1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Machine: 1, 2, ...</a:t>
                      </a:r>
                      <a:endParaRPr lang="en-US" alt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ahom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321" marR="7321" marT="7321" marB="0" anchor="ctr"/>
                </a:tc>
                <a:extLst>
                  <a:ext uri="{0D108BD9-81ED-4DB2-BD59-A6C34878D82A}">
                    <a16:rowId xmlns:a16="http://schemas.microsoft.com/office/drawing/2014/main" val="1548901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316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8291-5A67-3EF7-199F-847AA27A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6BA7E372-E6DC-388A-A60D-3080CBC969AC}"/>
              </a:ext>
            </a:extLst>
          </p:cNvPr>
          <p:cNvSpPr txBox="1">
            <a:spLocks/>
          </p:cNvSpPr>
          <p:nvPr/>
        </p:nvSpPr>
        <p:spPr>
          <a:xfrm>
            <a:off x="100591" y="120543"/>
            <a:ext cx="6988271" cy="431718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 latinLnBrk="1">
              <a:spcBef>
                <a:spcPct val="0"/>
              </a:spcBef>
              <a:defRPr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NAIS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40C5F-6472-81BB-A883-DE9E74659123}"/>
              </a:ext>
            </a:extLst>
          </p:cNvPr>
          <p:cNvSpPr txBox="1"/>
          <p:nvPr/>
        </p:nvSpPr>
        <p:spPr>
          <a:xfrm>
            <a:off x="215935" y="674223"/>
            <a:ext cx="839256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820D36-F7E2-012B-E362-D3C1E5BB0755}"/>
              </a:ext>
            </a:extLst>
          </p:cNvPr>
          <p:cNvSpPr/>
          <p:nvPr/>
        </p:nvSpPr>
        <p:spPr>
          <a:xfrm>
            <a:off x="3005827" y="1912538"/>
            <a:ext cx="2071991" cy="9325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B3BE8-DB6A-95F7-5515-B4F9CB0B7759}"/>
              </a:ext>
            </a:extLst>
          </p:cNvPr>
          <p:cNvSpPr txBox="1"/>
          <p:nvPr/>
        </p:nvSpPr>
        <p:spPr>
          <a:xfrm>
            <a:off x="3080327" y="2060215"/>
            <a:ext cx="1937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F3334A-2BB4-15F0-F10E-3AB86329FE4C}"/>
              </a:ext>
            </a:extLst>
          </p:cNvPr>
          <p:cNvSpPr/>
          <p:nvPr/>
        </p:nvSpPr>
        <p:spPr>
          <a:xfrm>
            <a:off x="3005827" y="3211904"/>
            <a:ext cx="2063636" cy="697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2E2F9-3BB0-FC9B-79B2-F51093F4BBCD}"/>
              </a:ext>
            </a:extLst>
          </p:cNvPr>
          <p:cNvSpPr txBox="1"/>
          <p:nvPr/>
        </p:nvSpPr>
        <p:spPr>
          <a:xfrm>
            <a:off x="3234464" y="3271716"/>
            <a:ext cx="1639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phế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18B85E8C-3961-F98A-11CB-4FEAAB247CDD}"/>
              </a:ext>
            </a:extLst>
          </p:cNvPr>
          <p:cNvSpPr/>
          <p:nvPr/>
        </p:nvSpPr>
        <p:spPr>
          <a:xfrm>
            <a:off x="3014182" y="4350030"/>
            <a:ext cx="2063636" cy="922501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29C46-741A-47BD-D8DC-8A4C60531BAA}"/>
              </a:ext>
            </a:extLst>
          </p:cNvPr>
          <p:cNvSpPr txBox="1"/>
          <p:nvPr/>
        </p:nvSpPr>
        <p:spPr>
          <a:xfrm>
            <a:off x="3327670" y="4561496"/>
            <a:ext cx="1409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NAIS 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(B726)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3793E86-49EA-0C6B-8A95-0935864E395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4037645" y="3909370"/>
            <a:ext cx="8355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938F055-8C97-50DE-37DE-C72BCA7D0423}"/>
              </a:ext>
            </a:extLst>
          </p:cNvPr>
          <p:cNvCxnSpPr>
            <a:cxnSpLocks/>
          </p:cNvCxnSpPr>
          <p:nvPr/>
        </p:nvCxnSpPr>
        <p:spPr>
          <a:xfrm>
            <a:off x="4041822" y="2814929"/>
            <a:ext cx="8355" cy="44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88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50F7-1C3B-FA47-725B-AF885B93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33242E41-82A0-B0AE-CED0-955DFA97D632}"/>
              </a:ext>
            </a:extLst>
          </p:cNvPr>
          <p:cNvSpPr txBox="1">
            <a:spLocks/>
          </p:cNvSpPr>
          <p:nvPr/>
        </p:nvSpPr>
        <p:spPr>
          <a:xfrm>
            <a:off x="100591" y="120543"/>
            <a:ext cx="6988271" cy="431718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 latinLnBrk="1">
              <a:spcBef>
                <a:spcPct val="0"/>
              </a:spcBef>
              <a:defRPr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NAIS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1CCD9-C70B-49A6-5A21-D467CB210E87}"/>
              </a:ext>
            </a:extLst>
          </p:cNvPr>
          <p:cNvSpPr txBox="1"/>
          <p:nvPr/>
        </p:nvSpPr>
        <p:spPr>
          <a:xfrm>
            <a:off x="375718" y="959666"/>
            <a:ext cx="839256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load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996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317B5-3D5D-57D0-A566-3E51E513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AEF4C1CD-3810-0931-8B86-E6ABA6C4D146}"/>
              </a:ext>
            </a:extLst>
          </p:cNvPr>
          <p:cNvSpPr txBox="1">
            <a:spLocks/>
          </p:cNvSpPr>
          <p:nvPr/>
        </p:nvSpPr>
        <p:spPr>
          <a:xfrm>
            <a:off x="100591" y="120543"/>
            <a:ext cx="6988271" cy="431718"/>
          </a:xfrm>
          <a:prstGeom prst="rect">
            <a:avLst/>
          </a:prstGeom>
        </p:spPr>
        <p:txBody>
          <a:bodyPr rtlCol="0" anchor="ctr">
            <a:noAutofit/>
          </a:bodyPr>
          <a:lstStyle/>
          <a:p>
            <a:pPr latinLnBrk="1">
              <a:spcBef>
                <a:spcPct val="0"/>
              </a:spcBef>
              <a:defRPr/>
            </a:pP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789751-B8DA-1E4B-3C79-08358E2F971D}"/>
              </a:ext>
            </a:extLst>
          </p:cNvPr>
          <p:cNvSpPr txBox="1"/>
          <p:nvPr/>
        </p:nvSpPr>
        <p:spPr>
          <a:xfrm>
            <a:off x="375718" y="873928"/>
            <a:ext cx="8392563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023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</TotalTime>
  <Words>537</Words>
  <Application>Microsoft Office PowerPoint</Application>
  <PresentationFormat>On-screen Show (4:3)</PresentationFormat>
  <Paragraphs>139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Hau Tran Van</dc:creator>
  <cp:lastModifiedBy>Office 02 Vinatech</cp:lastModifiedBy>
  <cp:revision>8</cp:revision>
  <dcterms:created xsi:type="dcterms:W3CDTF">2026-05-12T01:58:36Z</dcterms:created>
  <dcterms:modified xsi:type="dcterms:W3CDTF">2026-05-20T04:10:50Z</dcterms:modified>
</cp:coreProperties>
</file>