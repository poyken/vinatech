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9"/>
  </p:notesMasterIdLst>
  <p:sldIdLst>
    <p:sldId id="256" r:id="rId2"/>
    <p:sldId id="283" r:id="rId3"/>
    <p:sldId id="282" r:id="rId4"/>
    <p:sldId id="290" r:id="rId5"/>
    <p:sldId id="291" r:id="rId6"/>
    <p:sldId id="292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QUY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4057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 TEM </a:t>
            </a:r>
          </a:p>
          <a:p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PAC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317A-1AA3-B0BA-3FF8-D6067A0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682E-126D-5CE0-4124-4751C038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B754</a:t>
            </a:r>
            <a:r>
              <a:rPr lang="en-US" b="1" dirty="0"/>
              <a:t> –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in </a:t>
            </a:r>
            <a:r>
              <a:rPr lang="en-US" b="1" dirty="0" err="1"/>
              <a:t>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74AB1-0E5E-2213-15D4-F34B4A7F10D3}"/>
              </a:ext>
            </a:extLst>
          </p:cNvPr>
          <p:cNvSpPr txBox="1"/>
          <p:nvPr/>
        </p:nvSpPr>
        <p:spPr>
          <a:xfrm>
            <a:off x="603504" y="779511"/>
            <a:ext cx="105978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B2FF8-F9CD-7ED7-1539-2F893BF4B95A}"/>
              </a:ext>
            </a:extLst>
          </p:cNvPr>
          <p:cNvSpPr txBox="1"/>
          <p:nvPr/>
        </p:nvSpPr>
        <p:spPr>
          <a:xfrm>
            <a:off x="603504" y="1833154"/>
            <a:ext cx="475068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15FFD-01DF-4E67-8471-03D2A50A1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193" y="1923385"/>
            <a:ext cx="6505575" cy="440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0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81177"/>
            <a:ext cx="11431143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B755</a:t>
            </a:r>
            <a:r>
              <a:rPr lang="en-US" b="1" dirty="0"/>
              <a:t> Tra </a:t>
            </a:r>
            <a:r>
              <a:rPr lang="en-US" b="1" dirty="0" err="1"/>
              <a:t>cứu</a:t>
            </a:r>
            <a:r>
              <a:rPr lang="en-US" b="1" dirty="0"/>
              <a:t>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in </a:t>
            </a:r>
            <a:r>
              <a:rPr lang="en-US" b="1" dirty="0" err="1"/>
              <a:t>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CF64E-7823-794E-B00E-0D1BE4F29160}"/>
              </a:ext>
            </a:extLst>
          </p:cNvPr>
          <p:cNvSpPr txBox="1"/>
          <p:nvPr/>
        </p:nvSpPr>
        <p:spPr>
          <a:xfrm>
            <a:off x="603504" y="779511"/>
            <a:ext cx="105978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435EA-BD3D-D24F-134C-69CD6F5A050B}"/>
              </a:ext>
            </a:extLst>
          </p:cNvPr>
          <p:cNvSpPr txBox="1"/>
          <p:nvPr/>
        </p:nvSpPr>
        <p:spPr>
          <a:xfrm>
            <a:off x="603504" y="1724431"/>
            <a:ext cx="3549396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B495D-C75E-B85E-7828-71752A1BC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1685313"/>
            <a:ext cx="8039099" cy="43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3842E-BC26-3DDD-C5FF-217F6963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8A97-DC55-67A7-E3DE-82CD8F7B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81177"/>
            <a:ext cx="11431143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III. </a:t>
            </a:r>
            <a:r>
              <a:rPr lang="en-US" b="1" dirty="0">
                <a:solidFill>
                  <a:srgbClr val="C00000"/>
                </a:solidFill>
              </a:rPr>
              <a:t>B756</a:t>
            </a:r>
            <a:r>
              <a:rPr lang="en-US" b="1" dirty="0"/>
              <a:t> IN TEM THÙNG CARTON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cân</a:t>
            </a:r>
            <a:r>
              <a:rPr lang="en-US" b="1" dirty="0"/>
              <a:t> </a:t>
            </a:r>
            <a:r>
              <a:rPr lang="en-US" b="1" dirty="0" err="1"/>
              <a:t>nặng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9D168-05B7-9982-1309-AADE6470054E}"/>
              </a:ext>
            </a:extLst>
          </p:cNvPr>
          <p:cNvSpPr txBox="1"/>
          <p:nvPr/>
        </p:nvSpPr>
        <p:spPr>
          <a:xfrm>
            <a:off x="603504" y="908681"/>
            <a:ext cx="10597896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carton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55589-1CDF-878D-96E6-5F29E4D7C629}"/>
              </a:ext>
            </a:extLst>
          </p:cNvPr>
          <p:cNvSpPr txBox="1"/>
          <p:nvPr/>
        </p:nvSpPr>
        <p:spPr>
          <a:xfrm>
            <a:off x="603504" y="1724431"/>
            <a:ext cx="4873370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1A4CF-A51E-CE54-CA83-55AAD93FF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4" y="1739679"/>
            <a:ext cx="6382893" cy="420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9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6448-5EC5-FD28-68CC-5AD80E4A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D53B-6252-EE17-8ABC-8131527D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81177"/>
            <a:ext cx="11431143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III. </a:t>
            </a:r>
            <a:r>
              <a:rPr lang="en-US" b="1" dirty="0">
                <a:solidFill>
                  <a:srgbClr val="C00000"/>
                </a:solidFill>
              </a:rPr>
              <a:t>B756</a:t>
            </a:r>
            <a:r>
              <a:rPr lang="en-US" b="1" dirty="0"/>
              <a:t> IN TEM THÙNG CARTON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cân</a:t>
            </a:r>
            <a:r>
              <a:rPr lang="en-US" b="1" dirty="0"/>
              <a:t> </a:t>
            </a:r>
            <a:r>
              <a:rPr lang="en-US" b="1" dirty="0" err="1"/>
              <a:t>nặng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36AD1-0A1C-2C72-4F19-50D8DE27AE52}"/>
              </a:ext>
            </a:extLst>
          </p:cNvPr>
          <p:cNvSpPr txBox="1"/>
          <p:nvPr/>
        </p:nvSpPr>
        <p:spPr>
          <a:xfrm>
            <a:off x="603504" y="908681"/>
            <a:ext cx="10597896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Cân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84EF0-475F-C9F2-6A55-6D20505F0809}"/>
              </a:ext>
            </a:extLst>
          </p:cNvPr>
          <p:cNvSpPr txBox="1"/>
          <p:nvPr/>
        </p:nvSpPr>
        <p:spPr>
          <a:xfrm>
            <a:off x="603504" y="1724431"/>
            <a:ext cx="4873370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Is Weight Label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 Cân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90A67-A45C-10CB-C588-49B7DF2F6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4" y="1869009"/>
            <a:ext cx="6523936" cy="397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4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CC73-090B-B43B-A46F-AE377165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E728-CD8A-1CB6-F62C-9AC22F44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81177"/>
            <a:ext cx="11431143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III. </a:t>
            </a:r>
            <a:r>
              <a:rPr lang="en-US" b="1" dirty="0">
                <a:solidFill>
                  <a:srgbClr val="C00000"/>
                </a:solidFill>
              </a:rPr>
              <a:t>B756</a:t>
            </a:r>
            <a:r>
              <a:rPr lang="en-US" b="1" dirty="0"/>
              <a:t> IN TEM THÙNG CARTON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cân</a:t>
            </a:r>
            <a:r>
              <a:rPr lang="en-US" b="1" dirty="0"/>
              <a:t> </a:t>
            </a:r>
            <a:r>
              <a:rPr lang="en-US" b="1" dirty="0" err="1"/>
              <a:t>nặng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B6D4-EB10-EC46-3C87-4A4316F16D9B}"/>
              </a:ext>
            </a:extLst>
          </p:cNvPr>
          <p:cNvSpPr txBox="1"/>
          <p:nvPr/>
        </p:nvSpPr>
        <p:spPr>
          <a:xfrm>
            <a:off x="603504" y="908681"/>
            <a:ext cx="10597896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A83BB-7475-A862-C2F5-7FCB1D23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764" y="1869009"/>
            <a:ext cx="3381375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2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220+ Thanks For Watching Stock Illustrations, Royalty-Free Vector Graphics  &amp; Clip Art - iStock | Thank you">
            <a:extLst>
              <a:ext uri="{FF2B5EF4-FFF2-40B4-BE49-F238E27FC236}">
                <a16:creationId xmlns:a16="http://schemas.microsoft.com/office/drawing/2014/main" id="{09E9E6D5-6C96-7D5C-5037-A62AD61E9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335367"/>
            <a:ext cx="8724900" cy="618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74663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293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QUY Trình</vt:lpstr>
      <vt:lpstr>I. B754 – Màn hình in tem</vt:lpstr>
      <vt:lpstr>II. B755 Tra cứu lịch sử in tem</vt:lpstr>
      <vt:lpstr>III. B756 IN TEM THÙNG CARTON và cân nặng</vt:lpstr>
      <vt:lpstr>III. B756 IN TEM THÙNG CARTON và cân nặng</vt:lpstr>
      <vt:lpstr>III. B756 IN TEM THÙNG CARTON và cân nặng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27</cp:revision>
  <dcterms:created xsi:type="dcterms:W3CDTF">2024-11-11T07:28:55Z</dcterms:created>
  <dcterms:modified xsi:type="dcterms:W3CDTF">2025-08-29T06:45:54Z</dcterms:modified>
</cp:coreProperties>
</file>