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9"/>
  </p:notesMasterIdLst>
  <p:sldIdLst>
    <p:sldId id="256" r:id="rId2"/>
    <p:sldId id="292" r:id="rId3"/>
    <p:sldId id="282" r:id="rId4"/>
    <p:sldId id="293" r:id="rId5"/>
    <p:sldId id="289" r:id="rId6"/>
    <p:sldId id="290" r:id="rId7"/>
    <p:sldId id="29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564640"/>
            <a:ext cx="3803350" cy="3023052"/>
          </a:xfrm>
        </p:spPr>
        <p:txBody>
          <a:bodyPr anchor="ctr">
            <a:normAutofit/>
          </a:bodyPr>
          <a:lstStyle/>
          <a:p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35EF4A-C5DB-21B4-D51C-A6919B6DB1E4}"/>
              </a:ext>
            </a:extLst>
          </p:cNvPr>
          <p:cNvSpPr txBox="1">
            <a:spLocks/>
          </p:cNvSpPr>
          <p:nvPr/>
        </p:nvSpPr>
        <p:spPr>
          <a:xfrm>
            <a:off x="5283683" y="4500880"/>
            <a:ext cx="6310909" cy="187497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200" kern="1200" cap="all" spc="5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A418 –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size</a:t>
            </a:r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6B81-147C-27CC-DFD4-61AB056E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4B359-ECC2-1BE0-9EE6-1D47291B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>
                <a:solidFill>
                  <a:srgbClr val="C00000"/>
                </a:solidFill>
              </a:rPr>
              <a:t>a410</a:t>
            </a:r>
            <a:r>
              <a:rPr lang="en-US" b="1" dirty="0"/>
              <a:t> Thông tin Model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0CB52-174C-5B79-67AA-2525CC6A9886}"/>
              </a:ext>
            </a:extLst>
          </p:cNvPr>
          <p:cNvSpPr txBox="1"/>
          <p:nvPr/>
        </p:nvSpPr>
        <p:spPr>
          <a:xfrm>
            <a:off x="420624" y="1788160"/>
            <a:ext cx="3927856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A410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MBISizeD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MBISizeD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A418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F06427-4A50-D4E1-E5EA-733E42853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919" y="1894572"/>
            <a:ext cx="362001" cy="3524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B35676-3FFC-A1CE-507D-56BF18954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480" y="1408384"/>
            <a:ext cx="7790703" cy="538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8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6624-A161-6B68-9CE1-BB66A10B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8A1F-5118-5883-FA47-C2C22576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a418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r>
              <a:rPr lang="en-US" b="1" dirty="0"/>
              <a:t> </a:t>
            </a:r>
            <a:r>
              <a:rPr lang="en-US" b="1" dirty="0" err="1"/>
              <a:t>đóng</a:t>
            </a:r>
            <a:r>
              <a:rPr lang="en-US" b="1" dirty="0"/>
              <a:t> </a:t>
            </a:r>
            <a:r>
              <a:rPr lang="en-US" b="1" dirty="0" err="1"/>
              <a:t>gói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size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CF64E-7823-794E-B00E-0D1BE4F29160}"/>
              </a:ext>
            </a:extLst>
          </p:cNvPr>
          <p:cNvSpPr txBox="1"/>
          <p:nvPr/>
        </p:nvSpPr>
        <p:spPr>
          <a:xfrm>
            <a:off x="745744" y="913388"/>
            <a:ext cx="1046073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B523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D2E66C-B973-6983-07B0-30D9E0948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48845"/>
            <a:ext cx="10546080" cy="478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0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F38FE-CB56-8FB0-B409-49B4E9BA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40B03-177B-2817-5432-ED08458E7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a418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r>
              <a:rPr lang="en-US" b="1" dirty="0"/>
              <a:t> </a:t>
            </a:r>
            <a:r>
              <a:rPr lang="en-US" b="1" dirty="0" err="1"/>
              <a:t>đóng</a:t>
            </a:r>
            <a:r>
              <a:rPr lang="en-US" b="1" dirty="0"/>
              <a:t> </a:t>
            </a:r>
            <a:r>
              <a:rPr lang="en-US" b="1" dirty="0" err="1"/>
              <a:t>gói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size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8879A7-7967-C407-9A55-F4BF1D027E8D}"/>
              </a:ext>
            </a:extLst>
          </p:cNvPr>
          <p:cNvSpPr txBox="1"/>
          <p:nvPr/>
        </p:nvSpPr>
        <p:spPr>
          <a:xfrm>
            <a:off x="603504" y="1522461"/>
            <a:ext cx="4781296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A418,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C158D-7AF5-80C9-258B-777846563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782" y="1605280"/>
            <a:ext cx="5862986" cy="4905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C98E47-C5C7-CF8D-DBCD-EFB800E50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639" y="1605280"/>
            <a:ext cx="362001" cy="352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2C2E45-BCF0-D580-F2F7-F6167010D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59" y="3252763"/>
            <a:ext cx="362001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38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D858A-181B-A0CE-2A73-26779D824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D175-9A59-B7FD-61F9-B97B7644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a418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r>
              <a:rPr lang="en-US" b="1" dirty="0"/>
              <a:t> </a:t>
            </a:r>
            <a:r>
              <a:rPr lang="en-US" b="1" dirty="0" err="1"/>
              <a:t>đóng</a:t>
            </a:r>
            <a:r>
              <a:rPr lang="en-US" b="1" dirty="0"/>
              <a:t> </a:t>
            </a:r>
            <a:r>
              <a:rPr lang="en-US" b="1" dirty="0" err="1"/>
              <a:t>gói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size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A510D3-8D90-B3EA-18AE-31499BB032DF}"/>
              </a:ext>
            </a:extLst>
          </p:cNvPr>
          <p:cNvSpPr txBox="1"/>
          <p:nvPr/>
        </p:nvSpPr>
        <p:spPr>
          <a:xfrm>
            <a:off x="603504" y="1015084"/>
            <a:ext cx="4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7E2D39-6A59-4832-525F-B8DE8C15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360" y="1647661"/>
            <a:ext cx="7545832" cy="46626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3C01B6-1E82-27BE-B9E3-4AB04544E52D}"/>
              </a:ext>
            </a:extLst>
          </p:cNvPr>
          <p:cNvSpPr txBox="1"/>
          <p:nvPr/>
        </p:nvSpPr>
        <p:spPr>
          <a:xfrm>
            <a:off x="500193" y="2447024"/>
            <a:ext cx="4031167" cy="300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ProdSize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A410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PackQty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IsUsed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0D2EEC-A34C-5A44-1380-2AD6165DC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527" y="2507984"/>
            <a:ext cx="353393" cy="3533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A351A7-B13A-9748-12D1-7B57DE71C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547" y="5112898"/>
            <a:ext cx="338153" cy="33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65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D2760-B54F-1BC3-EC0B-E5B27AF4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2F96-E47C-6523-8C31-46B7AD52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II.</a:t>
            </a:r>
            <a:r>
              <a:rPr lang="en-US" b="1" dirty="0">
                <a:solidFill>
                  <a:srgbClr val="C00000"/>
                </a:solidFill>
              </a:rPr>
              <a:t> a418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r>
              <a:rPr lang="en-US" b="1" dirty="0"/>
              <a:t> </a:t>
            </a:r>
            <a:r>
              <a:rPr lang="en-US" b="1" dirty="0" err="1"/>
              <a:t>đóng</a:t>
            </a:r>
            <a:r>
              <a:rPr lang="en-US" b="1" dirty="0"/>
              <a:t> </a:t>
            </a:r>
            <a:r>
              <a:rPr lang="en-US" b="1" dirty="0" err="1"/>
              <a:t>gói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size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E937B-37CC-B4F2-F3EB-6AFE2CB088DF}"/>
              </a:ext>
            </a:extLst>
          </p:cNvPr>
          <p:cNvSpPr txBox="1"/>
          <p:nvPr/>
        </p:nvSpPr>
        <p:spPr>
          <a:xfrm>
            <a:off x="603504" y="1015084"/>
            <a:ext cx="4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56D2B-8E8D-7A56-4042-222D224C9E33}"/>
              </a:ext>
            </a:extLst>
          </p:cNvPr>
          <p:cNvSpPr txBox="1"/>
          <p:nvPr/>
        </p:nvSpPr>
        <p:spPr>
          <a:xfrm>
            <a:off x="500193" y="2447024"/>
            <a:ext cx="3452047" cy="152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CD7910-37F6-EBD4-B320-832E61334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563" y="3259923"/>
            <a:ext cx="338153" cy="338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1D8273-FBB8-51E0-2FB2-8F059D28B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894" y="988267"/>
            <a:ext cx="8089156" cy="579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30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2630-C63F-FAD3-B358-63882C86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E515F-EFCC-CE91-5176-1BDFCA7E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/>
              <a:t>II. </a:t>
            </a:r>
            <a:r>
              <a:rPr lang="en-US" b="1" dirty="0">
                <a:solidFill>
                  <a:srgbClr val="C00000"/>
                </a:solidFill>
              </a:rPr>
              <a:t>a418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r>
              <a:rPr lang="en-US" b="1" dirty="0"/>
              <a:t> </a:t>
            </a:r>
            <a:r>
              <a:rPr lang="en-US" b="1" dirty="0" err="1"/>
              <a:t>đóng</a:t>
            </a:r>
            <a:r>
              <a:rPr lang="en-US" b="1" dirty="0"/>
              <a:t> </a:t>
            </a:r>
            <a:r>
              <a:rPr lang="en-US" b="1" dirty="0" err="1"/>
              <a:t>gói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size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98FFA-318A-60D1-D584-289F2F1DA19B}"/>
              </a:ext>
            </a:extLst>
          </p:cNvPr>
          <p:cNvSpPr txBox="1"/>
          <p:nvPr/>
        </p:nvSpPr>
        <p:spPr>
          <a:xfrm>
            <a:off x="603504" y="1015084"/>
            <a:ext cx="4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EA01EA-F736-9AD8-C9B9-2C06CB12FC73}"/>
              </a:ext>
            </a:extLst>
          </p:cNvPr>
          <p:cNvSpPr txBox="1"/>
          <p:nvPr/>
        </p:nvSpPr>
        <p:spPr>
          <a:xfrm>
            <a:off x="500193" y="2447024"/>
            <a:ext cx="4031167" cy="189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Khi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Yes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71837D-D880-678A-10C3-821912701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03" y="3939730"/>
            <a:ext cx="338153" cy="3381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974EED-F51B-87D3-907F-5C21E3428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080" y="1199749"/>
            <a:ext cx="7638306" cy="54799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347FC0-3CA9-5CE8-C532-227BB6557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7500" y="2920683"/>
            <a:ext cx="331651" cy="31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04850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</TotalTime>
  <Words>319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Goudy Old Style</vt:lpstr>
      <vt:lpstr>Times New Roman</vt:lpstr>
      <vt:lpstr>Univers Light</vt:lpstr>
      <vt:lpstr>PoiseVTI</vt:lpstr>
      <vt:lpstr>Hướng dẫn màn hình </vt:lpstr>
      <vt:lpstr>I. a410 Thông tin Model</vt:lpstr>
      <vt:lpstr>II. a418 Số lượng đóng gói theo size</vt:lpstr>
      <vt:lpstr>II. a418 Số lượng đóng gói theo size</vt:lpstr>
      <vt:lpstr>II. a418 Số lượng đóng gói theo size</vt:lpstr>
      <vt:lpstr>II. a418 Số lượng đóng gói theo size</vt:lpstr>
      <vt:lpstr>II. a418 Số lượng đóng gói theo size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18</cp:revision>
  <dcterms:created xsi:type="dcterms:W3CDTF">2024-11-11T07:28:55Z</dcterms:created>
  <dcterms:modified xsi:type="dcterms:W3CDTF">2025-01-20T02:44:37Z</dcterms:modified>
</cp:coreProperties>
</file>