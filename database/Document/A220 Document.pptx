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D099B-E8E5-4012-87DA-77BA3BFF38D3}" v="664" dt="2024-12-11T02:30:25.240"/>
    <p1510:client id="{86F0C600-9268-3E83-70B9-1984B4A03ABE}" v="23" dt="2024-12-11T02:54:06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>
                <a:latin typeface="Times New Roman"/>
                <a:cs typeface="Times New Roman"/>
              </a:rPr>
              <a:t>Hướng dẫn màn A2</a:t>
            </a:r>
            <a:r>
              <a:rPr lang="en-US" dirty="0">
                <a:latin typeface="Times New Roman"/>
                <a:cs typeface="Times New Roman"/>
              </a:rPr>
              <a:t>2</a:t>
            </a:r>
            <a:r>
              <a:rPr lang="vi-VN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vi-VN" dirty="0"/>
          </a:p>
          <a:p>
            <a:r>
              <a:rPr lang="vi-VN" dirty="0">
                <a:latin typeface="Arial"/>
                <a:cs typeface="Arial"/>
              </a:rPr>
              <a:t>A2</a:t>
            </a:r>
            <a:r>
              <a:rPr lang="en-US" dirty="0">
                <a:latin typeface="Arial"/>
                <a:cs typeface="Arial"/>
              </a:rPr>
              <a:t>2</a:t>
            </a:r>
            <a:r>
              <a:rPr lang="vi-VN" dirty="0">
                <a:latin typeface="Arial"/>
                <a:cs typeface="Arial"/>
              </a:rPr>
              <a:t>0 - Thông tin </a:t>
            </a:r>
            <a:r>
              <a:rPr lang="en-US" dirty="0" err="1">
                <a:latin typeface="Arial"/>
                <a:cs typeface="Arial"/>
              </a:rPr>
              <a:t>nhóm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sản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phẩm</a:t>
            </a:r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5C2DC26C-FC74-CE38-6847-A4F21D042F83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Click biểu tượng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để hiện lên cửa sổ tìm kiếm. Nhập A2</a:t>
            </a:r>
            <a:r>
              <a:rPr lang="en-US" sz="1800" dirty="0">
                <a:latin typeface="Arial"/>
                <a:cs typeface="Arial"/>
              </a:rPr>
              <a:t>2</a:t>
            </a:r>
            <a:r>
              <a:rPr lang="vi-VN" sz="1800" dirty="0">
                <a:latin typeface="Arial"/>
                <a:cs typeface="Arial"/>
              </a:rPr>
              <a:t>0 tại ô tìm kiếm, màn hình A2</a:t>
            </a:r>
            <a:r>
              <a:rPr lang="en-US" sz="1800" dirty="0">
                <a:latin typeface="Arial"/>
                <a:cs typeface="Arial"/>
              </a:rPr>
              <a:t>2</a:t>
            </a:r>
            <a:r>
              <a:rPr lang="vi-VN" sz="1800" dirty="0">
                <a:latin typeface="Arial"/>
                <a:cs typeface="Arial"/>
              </a:rPr>
              <a:t>0 hiện lên. </a:t>
            </a: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Click vào </a:t>
            </a:r>
            <a:r>
              <a:rPr lang="vi-VN" sz="1800" b="1" dirty="0">
                <a:latin typeface="Arial"/>
                <a:cs typeface="Arial"/>
              </a:rPr>
              <a:t>[A2</a:t>
            </a:r>
            <a:r>
              <a:rPr lang="en-US" sz="1800" b="1" dirty="0">
                <a:latin typeface="Arial"/>
                <a:cs typeface="Arial"/>
              </a:rPr>
              <a:t>2</a:t>
            </a:r>
            <a:r>
              <a:rPr lang="vi-VN" sz="1800" b="1" dirty="0">
                <a:latin typeface="Arial"/>
                <a:cs typeface="Arial"/>
              </a:rPr>
              <a:t>0] Thông tin </a:t>
            </a:r>
            <a:r>
              <a:rPr lang="en-US" sz="1800" b="1" dirty="0" err="1">
                <a:latin typeface="Arial"/>
                <a:cs typeface="Arial"/>
              </a:rPr>
              <a:t>nhóm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sản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phẩm</a:t>
            </a:r>
            <a:r>
              <a:rPr lang="vi-VN" sz="1800" b="1" dirty="0">
                <a:latin typeface="Arial"/>
                <a:cs typeface="Arial"/>
              </a:rPr>
              <a:t> </a:t>
            </a:r>
            <a:r>
              <a:rPr lang="vi-VN" sz="1800" dirty="0">
                <a:latin typeface="Arial"/>
                <a:cs typeface="Arial"/>
              </a:rPr>
              <a:t>để mở màn hình</a:t>
            </a:r>
            <a:endParaRPr lang="vi-VN" sz="1800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49F2FBF0-7980-D3C2-21DC-0F397AB53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756" y="376200"/>
            <a:ext cx="444953" cy="40413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2C956D-C31A-CBAF-9066-CFB7EC85F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74513" y="1825625"/>
            <a:ext cx="8442973" cy="4351338"/>
          </a:xfrm>
        </p:spPr>
      </p:pic>
    </p:spTree>
    <p:extLst>
      <p:ext uri="{BB962C8B-B14F-4D97-AF65-F5344CB8AC3E}">
        <p14:creationId xmlns:p14="http://schemas.microsoft.com/office/powerpoint/2010/main" val="4291436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0F3EEC45-0A1E-742F-3699-7FE8018D4C4A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Tại màn A2</a:t>
            </a:r>
            <a:r>
              <a:rPr lang="en-US" sz="1800" dirty="0">
                <a:latin typeface="Arial"/>
                <a:cs typeface="Arial"/>
              </a:rPr>
              <a:t>2</a:t>
            </a:r>
            <a:r>
              <a:rPr lang="vi-VN" sz="1800" dirty="0">
                <a:latin typeface="Arial"/>
                <a:cs typeface="Arial"/>
              </a:rPr>
              <a:t>0, click biểu tượng dấu tick màu xanh để tìm kiếm.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 Sau đó dữ liệu sẽ hiện ra.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644CCF-565C-1CA5-87EB-7777E84C4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38" y="1442526"/>
            <a:ext cx="2591025" cy="4480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42AA72-AFF3-36E9-9A40-7F0E0D490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074" y="1147679"/>
            <a:ext cx="5860288" cy="507064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ABA2978-68B3-C725-BCA0-D347103CFE47}"/>
              </a:ext>
            </a:extLst>
          </p:cNvPr>
          <p:cNvSpPr/>
          <p:nvPr/>
        </p:nvSpPr>
        <p:spPr>
          <a:xfrm>
            <a:off x="3857137" y="2611676"/>
            <a:ext cx="1249680" cy="1198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3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792A1B4-70B8-4DF9-070F-B1F2BFEF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vi-VN" dirty="0">
                <a:latin typeface="Times New Roman"/>
                <a:cs typeface="Times New Roman"/>
              </a:rPr>
              <a:t>Thêm thông tin </a:t>
            </a:r>
            <a:r>
              <a:rPr lang="en-US" dirty="0" err="1">
                <a:latin typeface="Times New Roman"/>
                <a:cs typeface="Times New Roman"/>
              </a:rPr>
              <a:t>nhóm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sản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phẩm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6441E402-59CA-E024-27F5-51915BB37928}"/>
              </a:ext>
            </a:extLst>
          </p:cNvPr>
          <p:cNvSpPr txBox="1">
            <a:spLocks/>
          </p:cNvSpPr>
          <p:nvPr/>
        </p:nvSpPr>
        <p:spPr>
          <a:xfrm>
            <a:off x="632253" y="1053328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Tại góc trên bên phải, click vào hình dấu + để thêm thông tin </a:t>
            </a:r>
            <a:r>
              <a:rPr lang="en-US" sz="1600" dirty="0" err="1">
                <a:latin typeface="Arial"/>
                <a:cs typeface="Arial"/>
              </a:rPr>
              <a:t>nhóm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sản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phẩm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vi-VN" sz="1600" dirty="0">
                <a:latin typeface="Arial"/>
                <a:cs typeface="Arial"/>
              </a:rPr>
              <a:t>mới 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khi click, một dòng mới sẽ hiện ra. Điền đầy đủ thông tin cần thiết của các hạng mục.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Save để hệ thống lưu lại kết quả </a:t>
            </a: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0B4C8AC2-5DB8-C4BA-2C8E-98B388657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441" y="1051962"/>
            <a:ext cx="342900" cy="323850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D5D7E7C3-DC8E-CB76-C269-B54A473B2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893" y="1715294"/>
            <a:ext cx="382360" cy="3034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3F7C3C-0484-9B3B-6196-56B6D0E90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60" y="2205176"/>
            <a:ext cx="11116154" cy="455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1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792A1B4-70B8-4DF9-070F-B1F2BFEF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87" y="246238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vi-VN" dirty="0">
                <a:latin typeface="Times New Roman"/>
                <a:cs typeface="Times New Roman"/>
              </a:rPr>
              <a:t>Xóa thông tin </a:t>
            </a:r>
            <a:r>
              <a:rPr lang="en-US" dirty="0" err="1">
                <a:latin typeface="Times New Roman"/>
                <a:cs typeface="Times New Roman"/>
              </a:rPr>
              <a:t>nhóm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sản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phẩm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6441E402-59CA-E024-27F5-51915BB37928}"/>
              </a:ext>
            </a:extLst>
          </p:cNvPr>
          <p:cNvSpPr txBox="1">
            <a:spLocks/>
          </p:cNvSpPr>
          <p:nvPr/>
        </p:nvSpPr>
        <p:spPr>
          <a:xfrm>
            <a:off x="647020" y="802115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Để xóa thông tin </a:t>
            </a:r>
            <a:r>
              <a:rPr lang="en-US" sz="1600" dirty="0" err="1">
                <a:latin typeface="Arial"/>
                <a:cs typeface="Arial"/>
              </a:rPr>
              <a:t>nhóm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sản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phẩm</a:t>
            </a:r>
            <a:r>
              <a:rPr lang="vi-VN" sz="1600" dirty="0">
                <a:latin typeface="Arial"/>
                <a:cs typeface="Arial"/>
              </a:rPr>
              <a:t>: Click chọn dòng cần xóa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dấu - góc trên bên </a:t>
            </a:r>
            <a:r>
              <a:rPr lang="en-US" sz="1600">
                <a:latin typeface="Arial"/>
                <a:cs typeface="Arial"/>
              </a:rPr>
              <a:t>phải 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cửa sổ xác nhận hiện lên "Bạn có chắc chắn muốn xóa dòng đã chọn?", chọn Yes</a:t>
            </a:r>
            <a:endParaRPr lang="en-US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Save để hệ thống lưu lại kết quả </a:t>
            </a: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4" name="Hình ảnh 9">
            <a:extLst>
              <a:ext uri="{FF2B5EF4-FFF2-40B4-BE49-F238E27FC236}">
                <a16:creationId xmlns:a16="http://schemas.microsoft.com/office/drawing/2014/main" id="{542346B5-1093-32F9-9982-7BA16AA5F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747" y="1720262"/>
            <a:ext cx="382360" cy="303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221199-C72C-5F5E-85DE-AADFE012A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94" y="2126048"/>
            <a:ext cx="10025906" cy="45770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6F29E7-AD68-CEF0-5848-AC66F4F1B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05" y="1065283"/>
            <a:ext cx="285790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E584-CBCD-4194-C380-7C3B763E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8209C78-121B-EF92-0085-C74D7460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250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Sửa</a:t>
            </a:r>
            <a:r>
              <a:rPr lang="vi-VN" dirty="0">
                <a:latin typeface="Times New Roman"/>
                <a:cs typeface="Times New Roman"/>
              </a:rPr>
              <a:t> thông tin </a:t>
            </a:r>
            <a:r>
              <a:rPr lang="en-US" dirty="0" err="1">
                <a:latin typeface="Times New Roman"/>
                <a:cs typeface="Times New Roman"/>
              </a:rPr>
              <a:t>nhóm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sản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phẩm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5DE5CFDC-6468-809C-3725-7157EE086242}"/>
              </a:ext>
            </a:extLst>
          </p:cNvPr>
          <p:cNvSpPr txBox="1">
            <a:spLocks/>
          </p:cNvSpPr>
          <p:nvPr/>
        </p:nvSpPr>
        <p:spPr>
          <a:xfrm>
            <a:off x="632253" y="826497"/>
            <a:ext cx="10515600" cy="11615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Để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vi-VN" sz="1600" dirty="0">
                <a:latin typeface="Arial"/>
                <a:cs typeface="Arial"/>
              </a:rPr>
              <a:t> thông tin </a:t>
            </a:r>
            <a:r>
              <a:rPr lang="en-US" sz="1600" dirty="0" err="1">
                <a:latin typeface="Arial"/>
                <a:cs typeface="Arial"/>
              </a:rPr>
              <a:t>nhóm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sản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phẩm</a:t>
            </a:r>
            <a:r>
              <a:rPr lang="vi-VN" sz="1600" dirty="0">
                <a:latin typeface="Arial"/>
                <a:cs typeface="Arial"/>
              </a:rPr>
              <a:t>: Click chọn dòng cần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</a:t>
            </a:r>
            <a:r>
              <a:rPr lang="en-US" sz="1600" dirty="0">
                <a:latin typeface="Arial"/>
                <a:cs typeface="Arial"/>
              </a:rPr>
              <a:t>click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hạng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mục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</a:t>
            </a:r>
            <a:r>
              <a:rPr lang="en-US" sz="1600" dirty="0" err="1">
                <a:latin typeface="Arial"/>
                <a:cs typeface="Arial"/>
              </a:rPr>
              <a:t>khi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xong</a:t>
            </a:r>
            <a:r>
              <a:rPr lang="en-US" sz="1600" dirty="0">
                <a:latin typeface="Arial"/>
                <a:cs typeface="Arial"/>
              </a:rPr>
              <a:t>,</a:t>
            </a:r>
            <a:r>
              <a:rPr lang="vi-VN" sz="1600" dirty="0">
                <a:latin typeface="Arial"/>
                <a:cs typeface="Arial"/>
              </a:rPr>
              <a:t> ấn biểu tượng Save để hệ thống lưu lại kết quả </a:t>
            </a: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4" name="Hình ảnh 9">
            <a:extLst>
              <a:ext uri="{FF2B5EF4-FFF2-40B4-BE49-F238E27FC236}">
                <a16:creationId xmlns:a16="http://schemas.microsoft.com/office/drawing/2014/main" id="{54AFCE83-6951-0C41-F2E0-7D9E9E42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720" y="1532891"/>
            <a:ext cx="382360" cy="303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A2F709-B66E-3165-BB98-92C490F3F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09" y="2758822"/>
            <a:ext cx="11525982" cy="24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08240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ăn phòng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255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Chủ đề của Office</vt:lpstr>
      <vt:lpstr>Hướng dẫn màn A220</vt:lpstr>
      <vt:lpstr>PowerPoint Presentation</vt:lpstr>
      <vt:lpstr>PowerPoint Presentation</vt:lpstr>
      <vt:lpstr>Thêm thông tin nhóm sản phẩm</vt:lpstr>
      <vt:lpstr>Xóa thông tin nhóm sản phẩm</vt:lpstr>
      <vt:lpstr>Sửa thông tin nhóm sản phẩm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 JAN</cp:lastModifiedBy>
  <cp:revision>9</cp:revision>
  <dcterms:created xsi:type="dcterms:W3CDTF">2024-12-11T01:57:24Z</dcterms:created>
  <dcterms:modified xsi:type="dcterms:W3CDTF">2024-12-11T03:42:26Z</dcterms:modified>
</cp:coreProperties>
</file>